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2" r:id="rId4"/>
    <p:sldId id="260" r:id="rId5"/>
    <p:sldId id="256" r:id="rId6"/>
    <p:sldId id="263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F2EE1-DDE8-4C81-8886-E39EC1CD3DCF}" v="135" dt="2023-05-01T02:33:32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uwe Ravers" userId="c8d85bf50e360dd6" providerId="LiveId" clId="{581F2EE1-DDE8-4C81-8886-E39EC1CD3DCF}"/>
    <pc:docChg chg="undo custSel addSld delSld modSld sldOrd modMainMaster">
      <pc:chgData name="Douwe Ravers" userId="c8d85bf50e360dd6" providerId="LiveId" clId="{581F2EE1-DDE8-4C81-8886-E39EC1CD3DCF}" dt="2023-05-01T02:35:24.001" v="2720" actId="1076"/>
      <pc:docMkLst>
        <pc:docMk/>
      </pc:docMkLst>
      <pc:sldChg chg="addSp delSp modSp mod ord setBg">
        <pc:chgData name="Douwe Ravers" userId="c8d85bf50e360dd6" providerId="LiveId" clId="{581F2EE1-DDE8-4C81-8886-E39EC1CD3DCF}" dt="2023-04-30T22:49:02.792" v="1866"/>
        <pc:sldMkLst>
          <pc:docMk/>
          <pc:sldMk cId="603461540" sldId="256"/>
        </pc:sldMkLst>
        <pc:spChg chg="del">
          <ac:chgData name="Douwe Ravers" userId="c8d85bf50e360dd6" providerId="LiveId" clId="{581F2EE1-DDE8-4C81-8886-E39EC1CD3DCF}" dt="2023-04-30T18:26:05.898" v="1561" actId="478"/>
          <ac:spMkLst>
            <pc:docMk/>
            <pc:sldMk cId="603461540" sldId="256"/>
            <ac:spMk id="53" creationId="{202924EE-6D81-01E4-DC1D-F23F35846EB7}"/>
          </ac:spMkLst>
        </pc:spChg>
        <pc:spChg chg="mod">
          <ac:chgData name="Douwe Ravers" userId="c8d85bf50e360dd6" providerId="LiveId" clId="{581F2EE1-DDE8-4C81-8886-E39EC1CD3DCF}" dt="2023-04-30T17:55:24.214" v="620" actId="20577"/>
          <ac:spMkLst>
            <pc:docMk/>
            <pc:sldMk cId="603461540" sldId="256"/>
            <ac:spMk id="54" creationId="{7DD01F3F-713C-A20A-D1B3-6AFAE0AE02A7}"/>
          </ac:spMkLst>
        </pc:spChg>
        <pc:spChg chg="del">
          <ac:chgData name="Douwe Ravers" userId="c8d85bf50e360dd6" providerId="LiveId" clId="{581F2EE1-DDE8-4C81-8886-E39EC1CD3DCF}" dt="2023-04-30T18:26:05.898" v="1561" actId="478"/>
          <ac:spMkLst>
            <pc:docMk/>
            <pc:sldMk cId="603461540" sldId="256"/>
            <ac:spMk id="62" creationId="{3658040D-24E8-4410-17CF-60E1B949B53B}"/>
          </ac:spMkLst>
        </pc:spChg>
        <pc:spChg chg="del">
          <ac:chgData name="Douwe Ravers" userId="c8d85bf50e360dd6" providerId="LiveId" clId="{581F2EE1-DDE8-4C81-8886-E39EC1CD3DCF}" dt="2023-04-30T18:26:05.898" v="1561" actId="478"/>
          <ac:spMkLst>
            <pc:docMk/>
            <pc:sldMk cId="603461540" sldId="256"/>
            <ac:spMk id="64" creationId="{E798BB80-AA37-23BE-FC8F-780096BFD0EC}"/>
          </ac:spMkLst>
        </pc:spChg>
        <pc:spChg chg="del mod">
          <ac:chgData name="Douwe Ravers" userId="c8d85bf50e360dd6" providerId="LiveId" clId="{581F2EE1-DDE8-4C81-8886-E39EC1CD3DCF}" dt="2023-04-30T17:55:41.301" v="626" actId="478"/>
          <ac:spMkLst>
            <pc:docMk/>
            <pc:sldMk cId="603461540" sldId="256"/>
            <ac:spMk id="65" creationId="{0206F054-E82E-5FCE-52DF-CD11D94B9378}"/>
          </ac:spMkLst>
        </pc:spChg>
        <pc:spChg chg="del mod">
          <ac:chgData name="Douwe Ravers" userId="c8d85bf50e360dd6" providerId="LiveId" clId="{581F2EE1-DDE8-4C81-8886-E39EC1CD3DCF}" dt="2023-04-30T17:55:42.165" v="627" actId="478"/>
          <ac:spMkLst>
            <pc:docMk/>
            <pc:sldMk cId="603461540" sldId="256"/>
            <ac:spMk id="66" creationId="{27A43FAA-DED6-76C1-48D1-ACE9E08910C0}"/>
          </ac:spMkLst>
        </pc:spChg>
        <pc:spChg chg="add mod">
          <ac:chgData name="Douwe Ravers" userId="c8d85bf50e360dd6" providerId="LiveId" clId="{581F2EE1-DDE8-4C81-8886-E39EC1CD3DCF}" dt="2023-04-30T17:55:51.437" v="635" actId="20577"/>
          <ac:spMkLst>
            <pc:docMk/>
            <pc:sldMk cId="603461540" sldId="256"/>
            <ac:spMk id="69" creationId="{B2075F2A-E7EF-9BBC-3FBE-1B3E0253E216}"/>
          </ac:spMkLst>
        </pc:spChg>
        <pc:spChg chg="add mod">
          <ac:chgData name="Douwe Ravers" userId="c8d85bf50e360dd6" providerId="LiveId" clId="{581F2EE1-DDE8-4C81-8886-E39EC1CD3DCF}" dt="2023-04-30T17:56:07.860" v="644" actId="20577"/>
          <ac:spMkLst>
            <pc:docMk/>
            <pc:sldMk cId="603461540" sldId="256"/>
            <ac:spMk id="70" creationId="{9574F44D-C879-0215-F12D-589C70E7ED12}"/>
          </ac:spMkLst>
        </pc:spChg>
        <pc:picChg chg="add del mod">
          <ac:chgData name="Douwe Ravers" userId="c8d85bf50e360dd6" providerId="LiveId" clId="{581F2EE1-DDE8-4C81-8886-E39EC1CD3DCF}" dt="2023-04-30T22:48:49.986" v="1860" actId="478"/>
          <ac:picMkLst>
            <pc:docMk/>
            <pc:sldMk cId="603461540" sldId="256"/>
            <ac:picMk id="2" creationId="{ACF4C5E2-F457-65BF-0985-6D215BE6EB3C}"/>
          </ac:picMkLst>
        </pc:picChg>
        <pc:picChg chg="add mod">
          <ac:chgData name="Douwe Ravers" userId="c8d85bf50e360dd6" providerId="LiveId" clId="{581F2EE1-DDE8-4C81-8886-E39EC1CD3DCF}" dt="2023-04-30T22:49:02.792" v="1866"/>
          <ac:picMkLst>
            <pc:docMk/>
            <pc:sldMk cId="603461540" sldId="256"/>
            <ac:picMk id="3" creationId="{5B0EF7CB-EF00-FFBB-9328-8C912AAF9E22}"/>
          </ac:picMkLst>
        </pc:picChg>
      </pc:sldChg>
      <pc:sldChg chg="addSp delSp modSp new mod">
        <pc:chgData name="Douwe Ravers" userId="c8d85bf50e360dd6" providerId="LiveId" clId="{581F2EE1-DDE8-4C81-8886-E39EC1CD3DCF}" dt="2023-04-30T22:48:39.573" v="1857" actId="1076"/>
        <pc:sldMkLst>
          <pc:docMk/>
          <pc:sldMk cId="343596358" sldId="257"/>
        </pc:sldMkLst>
        <pc:spChg chg="del mod">
          <ac:chgData name="Douwe Ravers" userId="c8d85bf50e360dd6" providerId="LiveId" clId="{581F2EE1-DDE8-4C81-8886-E39EC1CD3DCF}" dt="2023-04-30T22:47:39.240" v="1840" actId="478"/>
          <ac:spMkLst>
            <pc:docMk/>
            <pc:sldMk cId="343596358" sldId="257"/>
            <ac:spMk id="2" creationId="{0C4DE95C-AF44-B196-31D1-911B992140AF}"/>
          </ac:spMkLst>
        </pc:spChg>
        <pc:spChg chg="del">
          <ac:chgData name="Douwe Ravers" userId="c8d85bf50e360dd6" providerId="LiveId" clId="{581F2EE1-DDE8-4C81-8886-E39EC1CD3DCF}" dt="2023-04-30T17:40:03.352" v="3"/>
          <ac:spMkLst>
            <pc:docMk/>
            <pc:sldMk cId="343596358" sldId="257"/>
            <ac:spMk id="3" creationId="{69667857-5584-D381-F60B-6A4B6FED400D}"/>
          </ac:spMkLst>
        </pc:spChg>
        <pc:spChg chg="add mod">
          <ac:chgData name="Douwe Ravers" userId="c8d85bf50e360dd6" providerId="LiveId" clId="{581F2EE1-DDE8-4C81-8886-E39EC1CD3DCF}" dt="2023-04-30T17:45:31.496" v="124" actId="1076"/>
          <ac:spMkLst>
            <pc:docMk/>
            <pc:sldMk cId="343596358" sldId="257"/>
            <ac:spMk id="6" creationId="{2AF2B410-4DC0-96E6-C33A-579BA68F535C}"/>
          </ac:spMkLst>
        </pc:spChg>
        <pc:spChg chg="add del mod">
          <ac:chgData name="Douwe Ravers" userId="c8d85bf50e360dd6" providerId="LiveId" clId="{581F2EE1-DDE8-4C81-8886-E39EC1CD3DCF}" dt="2023-04-30T22:47:49.061" v="1843" actId="478"/>
          <ac:spMkLst>
            <pc:docMk/>
            <pc:sldMk cId="343596358" sldId="257"/>
            <ac:spMk id="9" creationId="{79B56AF9-8B9D-9065-B4BD-84AFBE4F0AF0}"/>
          </ac:spMkLst>
        </pc:spChg>
        <pc:spChg chg="add mod">
          <ac:chgData name="Douwe Ravers" userId="c8d85bf50e360dd6" providerId="LiveId" clId="{581F2EE1-DDE8-4C81-8886-E39EC1CD3DCF}" dt="2023-04-30T17:45:37.866" v="125" actId="1076"/>
          <ac:spMkLst>
            <pc:docMk/>
            <pc:sldMk cId="343596358" sldId="257"/>
            <ac:spMk id="11" creationId="{AFFB27CD-A6C7-1BF8-D432-2A7A28890460}"/>
          </ac:spMkLst>
        </pc:spChg>
        <pc:spChg chg="add mod">
          <ac:chgData name="Douwe Ravers" userId="c8d85bf50e360dd6" providerId="LiveId" clId="{581F2EE1-DDE8-4C81-8886-E39EC1CD3DCF}" dt="2023-04-30T17:49:47.386" v="431" actId="1076"/>
          <ac:spMkLst>
            <pc:docMk/>
            <pc:sldMk cId="343596358" sldId="257"/>
            <ac:spMk id="12" creationId="{858360EC-B831-B390-BC14-548491274E36}"/>
          </ac:spMkLst>
        </pc:spChg>
        <pc:spChg chg="add mod">
          <ac:chgData name="Douwe Ravers" userId="c8d85bf50e360dd6" providerId="LiveId" clId="{581F2EE1-DDE8-4C81-8886-E39EC1CD3DCF}" dt="2023-04-30T17:49:44.370" v="430" actId="1076"/>
          <ac:spMkLst>
            <pc:docMk/>
            <pc:sldMk cId="343596358" sldId="257"/>
            <ac:spMk id="13" creationId="{8AA032EB-B504-3C5F-FD19-D633C3525984}"/>
          </ac:spMkLst>
        </pc:spChg>
        <pc:spChg chg="add mod">
          <ac:chgData name="Douwe Ravers" userId="c8d85bf50e360dd6" providerId="LiveId" clId="{581F2EE1-DDE8-4C81-8886-E39EC1CD3DCF}" dt="2023-04-30T17:49:36.264" v="428" actId="1076"/>
          <ac:spMkLst>
            <pc:docMk/>
            <pc:sldMk cId="343596358" sldId="257"/>
            <ac:spMk id="14" creationId="{CD7C7B01-A744-0351-2A1F-24E90FE1550E}"/>
          </ac:spMkLst>
        </pc:spChg>
        <pc:spChg chg="add mod">
          <ac:chgData name="Douwe Ravers" userId="c8d85bf50e360dd6" providerId="LiveId" clId="{581F2EE1-DDE8-4C81-8886-E39EC1CD3DCF}" dt="2023-04-30T17:49:33.732" v="427" actId="1076"/>
          <ac:spMkLst>
            <pc:docMk/>
            <pc:sldMk cId="343596358" sldId="257"/>
            <ac:spMk id="16" creationId="{FAF96791-D2D5-C2D8-10F7-75F131BEEBE7}"/>
          </ac:spMkLst>
        </pc:spChg>
        <pc:picChg chg="add mod">
          <ac:chgData name="Douwe Ravers" userId="c8d85bf50e360dd6" providerId="LiveId" clId="{581F2EE1-DDE8-4C81-8886-E39EC1CD3DCF}" dt="2023-04-30T22:47:47.221" v="1842" actId="1076"/>
          <ac:picMkLst>
            <pc:docMk/>
            <pc:sldMk cId="343596358" sldId="257"/>
            <ac:picMk id="4" creationId="{74427DB3-499E-1A89-2A22-96AC84760185}"/>
          </ac:picMkLst>
        </pc:picChg>
        <pc:picChg chg="add mod">
          <ac:chgData name="Douwe Ravers" userId="c8d85bf50e360dd6" providerId="LiveId" clId="{581F2EE1-DDE8-4C81-8886-E39EC1CD3DCF}" dt="2023-04-30T17:41:19.606" v="20" actId="1076"/>
          <ac:picMkLst>
            <pc:docMk/>
            <pc:sldMk cId="343596358" sldId="257"/>
            <ac:picMk id="5" creationId="{5D5A22C7-8F08-1AFB-BC06-294B5A5E7184}"/>
          </ac:picMkLst>
        </pc:picChg>
        <pc:picChg chg="add mod">
          <ac:chgData name="Douwe Ravers" userId="c8d85bf50e360dd6" providerId="LiveId" clId="{581F2EE1-DDE8-4C81-8886-E39EC1CD3DCF}" dt="2023-04-30T17:49:40.529" v="429" actId="1076"/>
          <ac:picMkLst>
            <pc:docMk/>
            <pc:sldMk cId="343596358" sldId="257"/>
            <ac:picMk id="8" creationId="{6D8CA8F3-5C31-1191-F1D7-8431C4974AE9}"/>
          </ac:picMkLst>
        </pc:picChg>
        <pc:picChg chg="add mod">
          <ac:chgData name="Douwe Ravers" userId="c8d85bf50e360dd6" providerId="LiveId" clId="{581F2EE1-DDE8-4C81-8886-E39EC1CD3DCF}" dt="2023-04-30T17:44:10" v="47" actId="1076"/>
          <ac:picMkLst>
            <pc:docMk/>
            <pc:sldMk cId="343596358" sldId="257"/>
            <ac:picMk id="10" creationId="{89552C43-2877-E2F9-15A8-9105F27E3352}"/>
          </ac:picMkLst>
        </pc:picChg>
        <pc:picChg chg="add mod">
          <ac:chgData name="Douwe Ravers" userId="c8d85bf50e360dd6" providerId="LiveId" clId="{581F2EE1-DDE8-4C81-8886-E39EC1CD3DCF}" dt="2023-04-30T17:49:27.322" v="425" actId="1076"/>
          <ac:picMkLst>
            <pc:docMk/>
            <pc:sldMk cId="343596358" sldId="257"/>
            <ac:picMk id="15" creationId="{A781DDCB-26D2-26AA-BAE4-EA03760158E0}"/>
          </ac:picMkLst>
        </pc:picChg>
        <pc:picChg chg="add mod">
          <ac:chgData name="Douwe Ravers" userId="c8d85bf50e360dd6" providerId="LiveId" clId="{581F2EE1-DDE8-4C81-8886-E39EC1CD3DCF}" dt="2023-04-30T22:48:39.573" v="1857" actId="1076"/>
          <ac:picMkLst>
            <pc:docMk/>
            <pc:sldMk cId="343596358" sldId="257"/>
            <ac:picMk id="17" creationId="{B773132E-8259-5D60-8871-3A32AAD3770F}"/>
          </ac:picMkLst>
        </pc:picChg>
      </pc:sldChg>
      <pc:sldChg chg="addSp delSp modSp add del mod">
        <pc:chgData name="Douwe Ravers" userId="c8d85bf50e360dd6" providerId="LiveId" clId="{581F2EE1-DDE8-4C81-8886-E39EC1CD3DCF}" dt="2023-04-30T17:50:06.856" v="437" actId="47"/>
        <pc:sldMkLst>
          <pc:docMk/>
          <pc:sldMk cId="2591494063" sldId="258"/>
        </pc:sldMkLst>
        <pc:spChg chg="del">
          <ac:chgData name="Douwe Ravers" userId="c8d85bf50e360dd6" providerId="LiveId" clId="{581F2EE1-DDE8-4C81-8886-E39EC1CD3DCF}" dt="2023-04-30T17:49:58.498" v="434" actId="478"/>
          <ac:spMkLst>
            <pc:docMk/>
            <pc:sldMk cId="2591494063" sldId="258"/>
            <ac:spMk id="2" creationId="{0C4DE95C-AF44-B196-31D1-911B992140AF}"/>
          </ac:spMkLst>
        </pc:spChg>
        <pc:spChg chg="add del mod">
          <ac:chgData name="Douwe Ravers" userId="c8d85bf50e360dd6" providerId="LiveId" clId="{581F2EE1-DDE8-4C81-8886-E39EC1CD3DCF}" dt="2023-04-30T17:49:58.498" v="434" actId="478"/>
          <ac:spMkLst>
            <pc:docMk/>
            <pc:sldMk cId="2591494063" sldId="258"/>
            <ac:spMk id="4" creationId="{342FF017-8A32-CDE8-9E6B-2AE95E7043FC}"/>
          </ac:spMkLst>
        </pc:spChg>
        <pc:spChg chg="del">
          <ac:chgData name="Douwe Ravers" userId="c8d85bf50e360dd6" providerId="LiveId" clId="{581F2EE1-DDE8-4C81-8886-E39EC1CD3DCF}" dt="2023-04-30T17:49:58.498" v="434" actId="478"/>
          <ac:spMkLst>
            <pc:docMk/>
            <pc:sldMk cId="2591494063" sldId="258"/>
            <ac:spMk id="6" creationId="{2AF2B410-4DC0-96E6-C33A-579BA68F535C}"/>
          </ac:spMkLst>
        </pc:spChg>
        <pc:spChg chg="add del mod">
          <ac:chgData name="Douwe Ravers" userId="c8d85bf50e360dd6" providerId="LiveId" clId="{581F2EE1-DDE8-4C81-8886-E39EC1CD3DCF}" dt="2023-04-30T17:50:01.953" v="435" actId="478"/>
          <ac:spMkLst>
            <pc:docMk/>
            <pc:sldMk cId="2591494063" sldId="258"/>
            <ac:spMk id="9" creationId="{BC032407-2BAF-A70D-FF73-8B667E6A96EF}"/>
          </ac:spMkLst>
        </pc:spChg>
        <pc:spChg chg="del">
          <ac:chgData name="Douwe Ravers" userId="c8d85bf50e360dd6" providerId="LiveId" clId="{581F2EE1-DDE8-4C81-8886-E39EC1CD3DCF}" dt="2023-04-30T17:49:58.498" v="434" actId="478"/>
          <ac:spMkLst>
            <pc:docMk/>
            <pc:sldMk cId="2591494063" sldId="258"/>
            <ac:spMk id="11" creationId="{AFFB27CD-A6C7-1BF8-D432-2A7A28890460}"/>
          </ac:spMkLst>
        </pc:spChg>
        <pc:spChg chg="del">
          <ac:chgData name="Douwe Ravers" userId="c8d85bf50e360dd6" providerId="LiveId" clId="{581F2EE1-DDE8-4C81-8886-E39EC1CD3DCF}" dt="2023-04-30T17:49:58.498" v="434" actId="478"/>
          <ac:spMkLst>
            <pc:docMk/>
            <pc:sldMk cId="2591494063" sldId="258"/>
            <ac:spMk id="12" creationId="{858360EC-B831-B390-BC14-548491274E36}"/>
          </ac:spMkLst>
        </pc:spChg>
        <pc:spChg chg="del">
          <ac:chgData name="Douwe Ravers" userId="c8d85bf50e360dd6" providerId="LiveId" clId="{581F2EE1-DDE8-4C81-8886-E39EC1CD3DCF}" dt="2023-04-30T17:49:58.498" v="434" actId="478"/>
          <ac:spMkLst>
            <pc:docMk/>
            <pc:sldMk cId="2591494063" sldId="258"/>
            <ac:spMk id="13" creationId="{8AA032EB-B504-3C5F-FD19-D633C3525984}"/>
          </ac:spMkLst>
        </pc:spChg>
        <pc:spChg chg="del">
          <ac:chgData name="Douwe Ravers" userId="c8d85bf50e360dd6" providerId="LiveId" clId="{581F2EE1-DDE8-4C81-8886-E39EC1CD3DCF}" dt="2023-04-30T17:49:58.498" v="434" actId="478"/>
          <ac:spMkLst>
            <pc:docMk/>
            <pc:sldMk cId="2591494063" sldId="258"/>
            <ac:spMk id="14" creationId="{CD7C7B01-A744-0351-2A1F-24E90FE1550E}"/>
          </ac:spMkLst>
        </pc:spChg>
        <pc:spChg chg="del">
          <ac:chgData name="Douwe Ravers" userId="c8d85bf50e360dd6" providerId="LiveId" clId="{581F2EE1-DDE8-4C81-8886-E39EC1CD3DCF}" dt="2023-04-30T17:49:58.498" v="434" actId="478"/>
          <ac:spMkLst>
            <pc:docMk/>
            <pc:sldMk cId="2591494063" sldId="258"/>
            <ac:spMk id="16" creationId="{FAF96791-D2D5-C2D8-10F7-75F131BEEBE7}"/>
          </ac:spMkLst>
        </pc:spChg>
        <pc:picChg chg="del">
          <ac:chgData name="Douwe Ravers" userId="c8d85bf50e360dd6" providerId="LiveId" clId="{581F2EE1-DDE8-4C81-8886-E39EC1CD3DCF}" dt="2023-04-30T17:49:54.073" v="433" actId="478"/>
          <ac:picMkLst>
            <pc:docMk/>
            <pc:sldMk cId="2591494063" sldId="258"/>
            <ac:picMk id="5" creationId="{5D5A22C7-8F08-1AFB-BC06-294B5A5E7184}"/>
          </ac:picMkLst>
        </pc:picChg>
        <pc:picChg chg="del">
          <ac:chgData name="Douwe Ravers" userId="c8d85bf50e360dd6" providerId="LiveId" clId="{581F2EE1-DDE8-4C81-8886-E39EC1CD3DCF}" dt="2023-04-30T17:49:58.498" v="434" actId="478"/>
          <ac:picMkLst>
            <pc:docMk/>
            <pc:sldMk cId="2591494063" sldId="258"/>
            <ac:picMk id="8" creationId="{6D8CA8F3-5C31-1191-F1D7-8431C4974AE9}"/>
          </ac:picMkLst>
        </pc:picChg>
        <pc:picChg chg="del">
          <ac:chgData name="Douwe Ravers" userId="c8d85bf50e360dd6" providerId="LiveId" clId="{581F2EE1-DDE8-4C81-8886-E39EC1CD3DCF}" dt="2023-04-30T17:49:58.498" v="434" actId="478"/>
          <ac:picMkLst>
            <pc:docMk/>
            <pc:sldMk cId="2591494063" sldId="258"/>
            <ac:picMk id="10" creationId="{89552C43-2877-E2F9-15A8-9105F27E3352}"/>
          </ac:picMkLst>
        </pc:picChg>
        <pc:picChg chg="del">
          <ac:chgData name="Douwe Ravers" userId="c8d85bf50e360dd6" providerId="LiveId" clId="{581F2EE1-DDE8-4C81-8886-E39EC1CD3DCF}" dt="2023-04-30T17:49:58.498" v="434" actId="478"/>
          <ac:picMkLst>
            <pc:docMk/>
            <pc:sldMk cId="2591494063" sldId="258"/>
            <ac:picMk id="15" creationId="{A781DDCB-26D2-26AA-BAE4-EA03760158E0}"/>
          </ac:picMkLst>
        </pc:picChg>
      </pc:sldChg>
      <pc:sldChg chg="addSp delSp modSp add mod">
        <pc:chgData name="Douwe Ravers" userId="c8d85bf50e360dd6" providerId="LiveId" clId="{581F2EE1-DDE8-4C81-8886-E39EC1CD3DCF}" dt="2023-05-01T02:05:28.289" v="1957" actId="20577"/>
        <pc:sldMkLst>
          <pc:docMk/>
          <pc:sldMk cId="2628760162" sldId="259"/>
        </pc:sldMkLst>
        <pc:spChg chg="mod">
          <ac:chgData name="Douwe Ravers" userId="c8d85bf50e360dd6" providerId="LiveId" clId="{581F2EE1-DDE8-4C81-8886-E39EC1CD3DCF}" dt="2023-04-30T17:50:14.016" v="441" actId="20577"/>
          <ac:spMkLst>
            <pc:docMk/>
            <pc:sldMk cId="2628760162" sldId="259"/>
            <ac:spMk id="2" creationId="{0C4DE95C-AF44-B196-31D1-911B992140AF}"/>
          </ac:spMkLst>
        </pc:spChg>
        <pc:spChg chg="add del mod">
          <ac:chgData name="Douwe Ravers" userId="c8d85bf50e360dd6" providerId="LiveId" clId="{581F2EE1-DDE8-4C81-8886-E39EC1CD3DCF}" dt="2023-04-30T17:51:49.380" v="457" actId="478"/>
          <ac:spMkLst>
            <pc:docMk/>
            <pc:sldMk cId="2628760162" sldId="259"/>
            <ac:spMk id="3" creationId="{76527001-0C89-5BA2-1CC7-B85A0725F3D0}"/>
          </ac:spMkLst>
        </pc:spChg>
        <pc:spChg chg="add del mod">
          <ac:chgData name="Douwe Ravers" userId="c8d85bf50e360dd6" providerId="LiveId" clId="{581F2EE1-DDE8-4C81-8886-E39EC1CD3DCF}" dt="2023-04-30T17:51:49.380" v="457" actId="478"/>
          <ac:spMkLst>
            <pc:docMk/>
            <pc:sldMk cId="2628760162" sldId="259"/>
            <ac:spMk id="4" creationId="{3677E704-7EC9-C76C-F4C7-C3FA3861531F}"/>
          </ac:spMkLst>
        </pc:spChg>
        <pc:spChg chg="add mod">
          <ac:chgData name="Douwe Ravers" userId="c8d85bf50e360dd6" providerId="LiveId" clId="{581F2EE1-DDE8-4C81-8886-E39EC1CD3DCF}" dt="2023-05-01T02:05:28.289" v="1957" actId="20577"/>
          <ac:spMkLst>
            <pc:docMk/>
            <pc:sldMk cId="2628760162" sldId="259"/>
            <ac:spMk id="5" creationId="{417C88E7-183E-F4DB-7BB0-4099CF3D538A}"/>
          </ac:spMkLst>
        </pc:spChg>
        <pc:spChg chg="del">
          <ac:chgData name="Douwe Ravers" userId="c8d85bf50e360dd6" providerId="LiveId" clId="{581F2EE1-DDE8-4C81-8886-E39EC1CD3DCF}" dt="2023-04-30T17:50:21.351" v="442" actId="478"/>
          <ac:spMkLst>
            <pc:docMk/>
            <pc:sldMk cId="2628760162" sldId="259"/>
            <ac:spMk id="6" creationId="{2AF2B410-4DC0-96E6-C33A-579BA68F535C}"/>
          </ac:spMkLst>
        </pc:spChg>
        <pc:spChg chg="add del mod">
          <ac:chgData name="Douwe Ravers" userId="c8d85bf50e360dd6" providerId="LiveId" clId="{581F2EE1-DDE8-4C81-8886-E39EC1CD3DCF}" dt="2023-04-30T17:52:07.565" v="461" actId="478"/>
          <ac:spMkLst>
            <pc:docMk/>
            <pc:sldMk cId="2628760162" sldId="259"/>
            <ac:spMk id="9" creationId="{CBC3FEB5-E173-E239-F923-5E4AA5A4D015}"/>
          </ac:spMkLst>
        </pc:spChg>
        <pc:spChg chg="del">
          <ac:chgData name="Douwe Ravers" userId="c8d85bf50e360dd6" providerId="LiveId" clId="{581F2EE1-DDE8-4C81-8886-E39EC1CD3DCF}" dt="2023-04-30T17:50:59.270" v="445" actId="478"/>
          <ac:spMkLst>
            <pc:docMk/>
            <pc:sldMk cId="2628760162" sldId="259"/>
            <ac:spMk id="11" creationId="{AFFB27CD-A6C7-1BF8-D432-2A7A28890460}"/>
          </ac:spMkLst>
        </pc:spChg>
        <pc:spChg chg="del">
          <ac:chgData name="Douwe Ravers" userId="c8d85bf50e360dd6" providerId="LiveId" clId="{581F2EE1-DDE8-4C81-8886-E39EC1CD3DCF}" dt="2023-04-30T17:50:59.270" v="445" actId="478"/>
          <ac:spMkLst>
            <pc:docMk/>
            <pc:sldMk cId="2628760162" sldId="259"/>
            <ac:spMk id="12" creationId="{858360EC-B831-B390-BC14-548491274E36}"/>
          </ac:spMkLst>
        </pc:spChg>
        <pc:spChg chg="del">
          <ac:chgData name="Douwe Ravers" userId="c8d85bf50e360dd6" providerId="LiveId" clId="{581F2EE1-DDE8-4C81-8886-E39EC1CD3DCF}" dt="2023-04-30T17:50:59.270" v="445" actId="478"/>
          <ac:spMkLst>
            <pc:docMk/>
            <pc:sldMk cId="2628760162" sldId="259"/>
            <ac:spMk id="13" creationId="{8AA032EB-B504-3C5F-FD19-D633C3525984}"/>
          </ac:spMkLst>
        </pc:spChg>
        <pc:spChg chg="del">
          <ac:chgData name="Douwe Ravers" userId="c8d85bf50e360dd6" providerId="LiveId" clId="{581F2EE1-DDE8-4C81-8886-E39EC1CD3DCF}" dt="2023-04-30T17:50:59.270" v="445" actId="478"/>
          <ac:spMkLst>
            <pc:docMk/>
            <pc:sldMk cId="2628760162" sldId="259"/>
            <ac:spMk id="14" creationId="{CD7C7B01-A744-0351-2A1F-24E90FE1550E}"/>
          </ac:spMkLst>
        </pc:spChg>
        <pc:spChg chg="del">
          <ac:chgData name="Douwe Ravers" userId="c8d85bf50e360dd6" providerId="LiveId" clId="{581F2EE1-DDE8-4C81-8886-E39EC1CD3DCF}" dt="2023-04-30T17:50:59.270" v="445" actId="478"/>
          <ac:spMkLst>
            <pc:docMk/>
            <pc:sldMk cId="2628760162" sldId="259"/>
            <ac:spMk id="16" creationId="{FAF96791-D2D5-C2D8-10F7-75F131BEEBE7}"/>
          </ac:spMkLst>
        </pc:spChg>
        <pc:spChg chg="add mod">
          <ac:chgData name="Douwe Ravers" userId="c8d85bf50e360dd6" providerId="LiveId" clId="{581F2EE1-DDE8-4C81-8886-E39EC1CD3DCF}" dt="2023-04-30T18:04:08.679" v="888" actId="1076"/>
          <ac:spMkLst>
            <pc:docMk/>
            <pc:sldMk cId="2628760162" sldId="259"/>
            <ac:spMk id="19" creationId="{9539DEDB-948E-7A0F-5B50-475C0FB3CDA3}"/>
          </ac:spMkLst>
        </pc:spChg>
        <pc:spChg chg="add mod">
          <ac:chgData name="Douwe Ravers" userId="c8d85bf50e360dd6" providerId="LiveId" clId="{581F2EE1-DDE8-4C81-8886-E39EC1CD3DCF}" dt="2023-04-30T18:04:08.679" v="888" actId="1076"/>
          <ac:spMkLst>
            <pc:docMk/>
            <pc:sldMk cId="2628760162" sldId="259"/>
            <ac:spMk id="20" creationId="{6D44D6B4-BFC2-3936-93A7-FC8E38936DEE}"/>
          </ac:spMkLst>
        </pc:spChg>
        <pc:spChg chg="add mod">
          <ac:chgData name="Douwe Ravers" userId="c8d85bf50e360dd6" providerId="LiveId" clId="{581F2EE1-DDE8-4C81-8886-E39EC1CD3DCF}" dt="2023-04-30T18:04:08.679" v="888" actId="1076"/>
          <ac:spMkLst>
            <pc:docMk/>
            <pc:sldMk cId="2628760162" sldId="259"/>
            <ac:spMk id="23" creationId="{2377A15D-E3A8-E7A4-5D0A-A51094752988}"/>
          </ac:spMkLst>
        </pc:spChg>
        <pc:spChg chg="add mod">
          <ac:chgData name="Douwe Ravers" userId="c8d85bf50e360dd6" providerId="LiveId" clId="{581F2EE1-DDE8-4C81-8886-E39EC1CD3DCF}" dt="2023-04-30T18:04:08.679" v="888" actId="1076"/>
          <ac:spMkLst>
            <pc:docMk/>
            <pc:sldMk cId="2628760162" sldId="259"/>
            <ac:spMk id="24" creationId="{16B21408-42CA-5334-7091-03781C6D6441}"/>
          </ac:spMkLst>
        </pc:spChg>
        <pc:spChg chg="add mod">
          <ac:chgData name="Douwe Ravers" userId="c8d85bf50e360dd6" providerId="LiveId" clId="{581F2EE1-DDE8-4C81-8886-E39EC1CD3DCF}" dt="2023-04-30T18:04:08.679" v="888" actId="1076"/>
          <ac:spMkLst>
            <pc:docMk/>
            <pc:sldMk cId="2628760162" sldId="259"/>
            <ac:spMk id="37" creationId="{696ABA83-FF46-A8B8-F33F-A0429A5AA271}"/>
          </ac:spMkLst>
        </pc:spChg>
        <pc:spChg chg="add mod">
          <ac:chgData name="Douwe Ravers" userId="c8d85bf50e360dd6" providerId="LiveId" clId="{581F2EE1-DDE8-4C81-8886-E39EC1CD3DCF}" dt="2023-04-30T18:04:08.679" v="888" actId="1076"/>
          <ac:spMkLst>
            <pc:docMk/>
            <pc:sldMk cId="2628760162" sldId="259"/>
            <ac:spMk id="38" creationId="{A7BFFFA3-315E-4AE8-4F74-199407118D66}"/>
          </ac:spMkLst>
        </pc:spChg>
        <pc:spChg chg="add mod">
          <ac:chgData name="Douwe Ravers" userId="c8d85bf50e360dd6" providerId="LiveId" clId="{581F2EE1-DDE8-4C81-8886-E39EC1CD3DCF}" dt="2023-04-30T18:04:08.679" v="888" actId="1076"/>
          <ac:spMkLst>
            <pc:docMk/>
            <pc:sldMk cId="2628760162" sldId="259"/>
            <ac:spMk id="40" creationId="{E6C11E82-A403-E713-57C4-06BEB55A0FCC}"/>
          </ac:spMkLst>
        </pc:spChg>
        <pc:spChg chg="add del mod">
          <ac:chgData name="Douwe Ravers" userId="c8d85bf50e360dd6" providerId="LiveId" clId="{581F2EE1-DDE8-4C81-8886-E39EC1CD3DCF}" dt="2023-04-30T18:03:28.902" v="883" actId="478"/>
          <ac:spMkLst>
            <pc:docMk/>
            <pc:sldMk cId="2628760162" sldId="259"/>
            <ac:spMk id="42" creationId="{960AE18E-9611-4B80-0A05-14580E4FD394}"/>
          </ac:spMkLst>
        </pc:spChg>
        <pc:spChg chg="add mod">
          <ac:chgData name="Douwe Ravers" userId="c8d85bf50e360dd6" providerId="LiveId" clId="{581F2EE1-DDE8-4C81-8886-E39EC1CD3DCF}" dt="2023-04-30T18:05:25.179" v="983" actId="20577"/>
          <ac:spMkLst>
            <pc:docMk/>
            <pc:sldMk cId="2628760162" sldId="259"/>
            <ac:spMk id="46" creationId="{5AF56E79-28C4-370A-1132-33A9826AB7F5}"/>
          </ac:spMkLst>
        </pc:spChg>
        <pc:grpChg chg="add mod">
          <ac:chgData name="Douwe Ravers" userId="c8d85bf50e360dd6" providerId="LiveId" clId="{581F2EE1-DDE8-4C81-8886-E39EC1CD3DCF}" dt="2023-04-30T18:04:08.679" v="888" actId="1076"/>
          <ac:grpSpMkLst>
            <pc:docMk/>
            <pc:sldMk cId="2628760162" sldId="259"/>
            <ac:grpSpMk id="36" creationId="{30512300-A14C-2060-0DC1-9130EA75E369}"/>
          </ac:grpSpMkLst>
        </pc:grpChg>
        <pc:picChg chg="add del mod">
          <ac:chgData name="Douwe Ravers" userId="c8d85bf50e360dd6" providerId="LiveId" clId="{581F2EE1-DDE8-4C81-8886-E39EC1CD3DCF}" dt="2023-04-30T22:48:11.671" v="1849" actId="21"/>
          <ac:picMkLst>
            <pc:docMk/>
            <pc:sldMk cId="2628760162" sldId="259"/>
            <ac:picMk id="4" creationId="{7AF531EB-56CE-BECA-7A72-E77D6F535126}"/>
          </ac:picMkLst>
        </pc:picChg>
        <pc:picChg chg="add mod">
          <ac:chgData name="Douwe Ravers" userId="c8d85bf50e360dd6" providerId="LiveId" clId="{581F2EE1-DDE8-4C81-8886-E39EC1CD3DCF}" dt="2023-05-01T02:04:53.790" v="1870" actId="1076"/>
          <ac:picMkLst>
            <pc:docMk/>
            <pc:sldMk cId="2628760162" sldId="259"/>
            <ac:picMk id="4" creationId="{C5B7A151-0943-9407-8E7E-F275595CD0C2}"/>
          </ac:picMkLst>
        </pc:picChg>
        <pc:picChg chg="del mod">
          <ac:chgData name="Douwe Ravers" userId="c8d85bf50e360dd6" providerId="LiveId" clId="{581F2EE1-DDE8-4C81-8886-E39EC1CD3DCF}" dt="2023-04-30T17:51:58.558" v="459" actId="478"/>
          <ac:picMkLst>
            <pc:docMk/>
            <pc:sldMk cId="2628760162" sldId="259"/>
            <ac:picMk id="5" creationId="{5D5A22C7-8F08-1AFB-BC06-294B5A5E7184}"/>
          </ac:picMkLst>
        </pc:picChg>
        <pc:picChg chg="add del mod">
          <ac:chgData name="Douwe Ravers" userId="c8d85bf50e360dd6" providerId="LiveId" clId="{581F2EE1-DDE8-4C81-8886-E39EC1CD3DCF}" dt="2023-04-30T22:48:43.298" v="1858" actId="478"/>
          <ac:picMkLst>
            <pc:docMk/>
            <pc:sldMk cId="2628760162" sldId="259"/>
            <ac:picMk id="5" creationId="{A02B9D10-A44E-6A94-638E-51C3F871D2D0}"/>
          </ac:picMkLst>
        </pc:picChg>
        <pc:picChg chg="add mod">
          <ac:chgData name="Douwe Ravers" userId="c8d85bf50e360dd6" providerId="LiveId" clId="{581F2EE1-DDE8-4C81-8886-E39EC1CD3DCF}" dt="2023-04-30T22:48:57.752" v="1862"/>
          <ac:picMkLst>
            <pc:docMk/>
            <pc:sldMk cId="2628760162" sldId="259"/>
            <ac:picMk id="6" creationId="{5FC0299F-22C8-9EB0-C955-9DF0E24113FB}"/>
          </ac:picMkLst>
        </pc:picChg>
        <pc:picChg chg="add del mod">
          <ac:chgData name="Douwe Ravers" userId="c8d85bf50e360dd6" providerId="LiveId" clId="{581F2EE1-DDE8-4C81-8886-E39EC1CD3DCF}" dt="2023-04-30T22:48:59.189" v="1864"/>
          <ac:picMkLst>
            <pc:docMk/>
            <pc:sldMk cId="2628760162" sldId="259"/>
            <ac:picMk id="7" creationId="{6515638D-1A3E-0BA1-3C2D-9CD40B990CAF}"/>
          </ac:picMkLst>
        </pc:picChg>
        <pc:picChg chg="del">
          <ac:chgData name="Douwe Ravers" userId="c8d85bf50e360dd6" providerId="LiveId" clId="{581F2EE1-DDE8-4C81-8886-E39EC1CD3DCF}" dt="2023-04-30T17:50:59.270" v="445" actId="478"/>
          <ac:picMkLst>
            <pc:docMk/>
            <pc:sldMk cId="2628760162" sldId="259"/>
            <ac:picMk id="8" creationId="{6D8CA8F3-5C31-1191-F1D7-8431C4974AE9}"/>
          </ac:picMkLst>
        </pc:picChg>
        <pc:picChg chg="del">
          <ac:chgData name="Douwe Ravers" userId="c8d85bf50e360dd6" providerId="LiveId" clId="{581F2EE1-DDE8-4C81-8886-E39EC1CD3DCF}" dt="2023-04-30T17:50:59.270" v="445" actId="478"/>
          <ac:picMkLst>
            <pc:docMk/>
            <pc:sldMk cId="2628760162" sldId="259"/>
            <ac:picMk id="10" creationId="{89552C43-2877-E2F9-15A8-9105F27E3352}"/>
          </ac:picMkLst>
        </pc:picChg>
        <pc:picChg chg="del">
          <ac:chgData name="Douwe Ravers" userId="c8d85bf50e360dd6" providerId="LiveId" clId="{581F2EE1-DDE8-4C81-8886-E39EC1CD3DCF}" dt="2023-04-30T17:50:59.270" v="445" actId="478"/>
          <ac:picMkLst>
            <pc:docMk/>
            <pc:sldMk cId="2628760162" sldId="259"/>
            <ac:picMk id="15" creationId="{A781DDCB-26D2-26AA-BAE4-EA03760158E0}"/>
          </ac:picMkLst>
        </pc:picChg>
        <pc:picChg chg="add mod">
          <ac:chgData name="Douwe Ravers" userId="c8d85bf50e360dd6" providerId="LiveId" clId="{581F2EE1-DDE8-4C81-8886-E39EC1CD3DCF}" dt="2023-04-30T17:52:04.192" v="460"/>
          <ac:picMkLst>
            <pc:docMk/>
            <pc:sldMk cId="2628760162" sldId="259"/>
            <ac:picMk id="17" creationId="{59C4C2A1-83D0-0928-0F5B-561A29788211}"/>
          </ac:picMkLst>
        </pc:picChg>
        <pc:picChg chg="add mod">
          <ac:chgData name="Douwe Ravers" userId="c8d85bf50e360dd6" providerId="LiveId" clId="{581F2EE1-DDE8-4C81-8886-E39EC1CD3DCF}" dt="2023-04-30T18:04:08.679" v="888" actId="1076"/>
          <ac:picMkLst>
            <pc:docMk/>
            <pc:sldMk cId="2628760162" sldId="259"/>
            <ac:picMk id="18" creationId="{F838B353-E5D1-9956-5403-2649661A9B4C}"/>
          </ac:picMkLst>
        </pc:picChg>
        <pc:picChg chg="add mod">
          <ac:chgData name="Douwe Ravers" userId="c8d85bf50e360dd6" providerId="LiveId" clId="{581F2EE1-DDE8-4C81-8886-E39EC1CD3DCF}" dt="2023-04-30T18:04:08.679" v="888" actId="1076"/>
          <ac:picMkLst>
            <pc:docMk/>
            <pc:sldMk cId="2628760162" sldId="259"/>
            <ac:picMk id="21" creationId="{BC46C399-87A0-575E-DDF0-29894527EC8B}"/>
          </ac:picMkLst>
        </pc:picChg>
        <pc:picChg chg="add mod">
          <ac:chgData name="Douwe Ravers" userId="c8d85bf50e360dd6" providerId="LiveId" clId="{581F2EE1-DDE8-4C81-8886-E39EC1CD3DCF}" dt="2023-04-30T18:04:08.679" v="888" actId="1076"/>
          <ac:picMkLst>
            <pc:docMk/>
            <pc:sldMk cId="2628760162" sldId="259"/>
            <ac:picMk id="22" creationId="{E4640686-8CB2-15AB-7A48-65F08C391017}"/>
          </ac:picMkLst>
        </pc:picChg>
        <pc:picChg chg="add mod">
          <ac:chgData name="Douwe Ravers" userId="c8d85bf50e360dd6" providerId="LiveId" clId="{581F2EE1-DDE8-4C81-8886-E39EC1CD3DCF}" dt="2023-04-30T18:04:08.679" v="888" actId="1076"/>
          <ac:picMkLst>
            <pc:docMk/>
            <pc:sldMk cId="2628760162" sldId="259"/>
            <ac:picMk id="25" creationId="{D923FA94-9B33-B561-BC60-740106D126E6}"/>
          </ac:picMkLst>
        </pc:picChg>
        <pc:picChg chg="add mod">
          <ac:chgData name="Douwe Ravers" userId="c8d85bf50e360dd6" providerId="LiveId" clId="{581F2EE1-DDE8-4C81-8886-E39EC1CD3DCF}" dt="2023-04-30T17:58:35.791" v="715" actId="164"/>
          <ac:picMkLst>
            <pc:docMk/>
            <pc:sldMk cId="2628760162" sldId="259"/>
            <ac:picMk id="27" creationId="{DE59F88E-7CFF-3879-26E1-D3843F9099DF}"/>
          </ac:picMkLst>
        </pc:picChg>
        <pc:picChg chg="add mod">
          <ac:chgData name="Douwe Ravers" userId="c8d85bf50e360dd6" providerId="LiveId" clId="{581F2EE1-DDE8-4C81-8886-E39EC1CD3DCF}" dt="2023-04-30T17:58:35.791" v="715" actId="164"/>
          <ac:picMkLst>
            <pc:docMk/>
            <pc:sldMk cId="2628760162" sldId="259"/>
            <ac:picMk id="29" creationId="{433A9129-E5AA-84CA-C60D-55EBB9174FAF}"/>
          </ac:picMkLst>
        </pc:picChg>
        <pc:picChg chg="add mod">
          <ac:chgData name="Douwe Ravers" userId="c8d85bf50e360dd6" providerId="LiveId" clId="{581F2EE1-DDE8-4C81-8886-E39EC1CD3DCF}" dt="2023-04-30T17:58:35.791" v="715" actId="164"/>
          <ac:picMkLst>
            <pc:docMk/>
            <pc:sldMk cId="2628760162" sldId="259"/>
            <ac:picMk id="31" creationId="{A11FB13E-E7B0-8369-46AC-CC9C356C11EF}"/>
          </ac:picMkLst>
        </pc:picChg>
        <pc:picChg chg="add mod">
          <ac:chgData name="Douwe Ravers" userId="c8d85bf50e360dd6" providerId="LiveId" clId="{581F2EE1-DDE8-4C81-8886-E39EC1CD3DCF}" dt="2023-04-30T17:58:35.791" v="715" actId="164"/>
          <ac:picMkLst>
            <pc:docMk/>
            <pc:sldMk cId="2628760162" sldId="259"/>
            <ac:picMk id="33" creationId="{69FD52F3-369A-E93D-1758-B9E74ED47748}"/>
          </ac:picMkLst>
        </pc:picChg>
        <pc:picChg chg="add mod">
          <ac:chgData name="Douwe Ravers" userId="c8d85bf50e360dd6" providerId="LiveId" clId="{581F2EE1-DDE8-4C81-8886-E39EC1CD3DCF}" dt="2023-04-30T17:58:35.791" v="715" actId="164"/>
          <ac:picMkLst>
            <pc:docMk/>
            <pc:sldMk cId="2628760162" sldId="259"/>
            <ac:picMk id="35" creationId="{CFA03FDF-2AD0-5224-712A-4ACE8F70C180}"/>
          </ac:picMkLst>
        </pc:picChg>
        <pc:picChg chg="add mod">
          <ac:chgData name="Douwe Ravers" userId="c8d85bf50e360dd6" providerId="LiveId" clId="{581F2EE1-DDE8-4C81-8886-E39EC1CD3DCF}" dt="2023-04-30T18:04:08.679" v="888" actId="1076"/>
          <ac:picMkLst>
            <pc:docMk/>
            <pc:sldMk cId="2628760162" sldId="259"/>
            <ac:picMk id="39" creationId="{9D4C5513-36E0-B20B-8D7C-B4714DF52859}"/>
          </ac:picMkLst>
        </pc:picChg>
        <pc:picChg chg="add mod">
          <ac:chgData name="Douwe Ravers" userId="c8d85bf50e360dd6" providerId="LiveId" clId="{581F2EE1-DDE8-4C81-8886-E39EC1CD3DCF}" dt="2023-04-30T18:04:08.679" v="888" actId="1076"/>
          <ac:picMkLst>
            <pc:docMk/>
            <pc:sldMk cId="2628760162" sldId="259"/>
            <ac:picMk id="41" creationId="{E6D99BDE-D6FC-27CF-1612-C8B1714D3902}"/>
          </ac:picMkLst>
        </pc:picChg>
        <pc:picChg chg="add mod">
          <ac:chgData name="Douwe Ravers" userId="c8d85bf50e360dd6" providerId="LiveId" clId="{581F2EE1-DDE8-4C81-8886-E39EC1CD3DCF}" dt="2023-04-30T18:04:11.216" v="889" actId="1076"/>
          <ac:picMkLst>
            <pc:docMk/>
            <pc:sldMk cId="2628760162" sldId="259"/>
            <ac:picMk id="43" creationId="{1013201F-8EEE-F2A9-3BDF-DC0141B8A312}"/>
          </ac:picMkLst>
        </pc:picChg>
        <pc:picChg chg="add mod">
          <ac:chgData name="Douwe Ravers" userId="c8d85bf50e360dd6" providerId="LiveId" clId="{581F2EE1-DDE8-4C81-8886-E39EC1CD3DCF}" dt="2023-04-30T18:04:30.619" v="894" actId="1076"/>
          <ac:picMkLst>
            <pc:docMk/>
            <pc:sldMk cId="2628760162" sldId="259"/>
            <ac:picMk id="45" creationId="{11206812-EF56-C729-1C31-8A94929B2958}"/>
          </ac:picMkLst>
        </pc:picChg>
      </pc:sldChg>
      <pc:sldChg chg="addSp delSp modSp add mod">
        <pc:chgData name="Douwe Ravers" userId="c8d85bf50e360dd6" providerId="LiveId" clId="{581F2EE1-DDE8-4C81-8886-E39EC1CD3DCF}" dt="2023-05-01T02:18:38.811" v="2187" actId="1076"/>
        <pc:sldMkLst>
          <pc:docMk/>
          <pc:sldMk cId="47746131" sldId="260"/>
        </pc:sldMkLst>
        <pc:spChg chg="mod">
          <ac:chgData name="Douwe Ravers" userId="c8d85bf50e360dd6" providerId="LiveId" clId="{581F2EE1-DDE8-4C81-8886-E39EC1CD3DCF}" dt="2023-04-30T18:07:14.767" v="1004" actId="20577"/>
          <ac:spMkLst>
            <pc:docMk/>
            <pc:sldMk cId="47746131" sldId="260"/>
            <ac:spMk id="2" creationId="{0C4DE95C-AF44-B196-31D1-911B992140AF}"/>
          </ac:spMkLst>
        </pc:spChg>
        <pc:spChg chg="add del mod">
          <ac:chgData name="Douwe Ravers" userId="c8d85bf50e360dd6" providerId="LiveId" clId="{581F2EE1-DDE8-4C81-8886-E39EC1CD3DCF}" dt="2023-04-30T18:05:51.914" v="987" actId="478"/>
          <ac:spMkLst>
            <pc:docMk/>
            <pc:sldMk cId="47746131" sldId="260"/>
            <ac:spMk id="3" creationId="{56346399-8B21-DD49-CF14-C51FB2150272}"/>
          </ac:spMkLst>
        </pc:spChg>
        <pc:spChg chg="add mod">
          <ac:chgData name="Douwe Ravers" userId="c8d85bf50e360dd6" providerId="LiveId" clId="{581F2EE1-DDE8-4C81-8886-E39EC1CD3DCF}" dt="2023-04-30T18:07:33.574" v="1007" actId="1076"/>
          <ac:spMkLst>
            <pc:docMk/>
            <pc:sldMk cId="47746131" sldId="260"/>
            <ac:spMk id="6" creationId="{AFE45BB1-A0DB-D614-698F-E93A055D8924}"/>
          </ac:spMkLst>
        </pc:spChg>
        <pc:spChg chg="add mod">
          <ac:chgData name="Douwe Ravers" userId="c8d85bf50e360dd6" providerId="LiveId" clId="{581F2EE1-DDE8-4C81-8886-E39EC1CD3DCF}" dt="2023-04-30T18:08:12.658" v="1065" actId="1076"/>
          <ac:spMkLst>
            <pc:docMk/>
            <pc:sldMk cId="47746131" sldId="260"/>
            <ac:spMk id="7" creationId="{868C4478-CC45-F131-1AD1-A1080D2F8BB5}"/>
          </ac:spMkLst>
        </pc:spChg>
        <pc:spChg chg="add mod">
          <ac:chgData name="Douwe Ravers" userId="c8d85bf50e360dd6" providerId="LiveId" clId="{581F2EE1-DDE8-4C81-8886-E39EC1CD3DCF}" dt="2023-04-30T18:08:21.476" v="1067" actId="1076"/>
          <ac:spMkLst>
            <pc:docMk/>
            <pc:sldMk cId="47746131" sldId="260"/>
            <ac:spMk id="8" creationId="{5903E598-94B2-89D4-FF18-07D59497AB64}"/>
          </ac:spMkLst>
        </pc:spChg>
        <pc:spChg chg="add mod">
          <ac:chgData name="Douwe Ravers" userId="c8d85bf50e360dd6" providerId="LiveId" clId="{581F2EE1-DDE8-4C81-8886-E39EC1CD3DCF}" dt="2023-04-30T18:08:48.749" v="1130" actId="20577"/>
          <ac:spMkLst>
            <pc:docMk/>
            <pc:sldMk cId="47746131" sldId="260"/>
            <ac:spMk id="9" creationId="{A077ADC6-0724-865D-6994-829621EE7224}"/>
          </ac:spMkLst>
        </pc:spChg>
        <pc:spChg chg="add mod">
          <ac:chgData name="Douwe Ravers" userId="c8d85bf50e360dd6" providerId="LiveId" clId="{581F2EE1-DDE8-4C81-8886-E39EC1CD3DCF}" dt="2023-04-30T18:09:00.142" v="1132" actId="1076"/>
          <ac:spMkLst>
            <pc:docMk/>
            <pc:sldMk cId="47746131" sldId="260"/>
            <ac:spMk id="10" creationId="{E756AA5F-5A22-52B2-1C6F-A4166D66C8CC}"/>
          </ac:spMkLst>
        </pc:spChg>
        <pc:spChg chg="add mod">
          <ac:chgData name="Douwe Ravers" userId="c8d85bf50e360dd6" providerId="LiveId" clId="{581F2EE1-DDE8-4C81-8886-E39EC1CD3DCF}" dt="2023-04-30T18:09:28.532" v="1190" actId="1076"/>
          <ac:spMkLst>
            <pc:docMk/>
            <pc:sldMk cId="47746131" sldId="260"/>
            <ac:spMk id="11" creationId="{2681C965-2FD8-5583-26F7-6BB560D37887}"/>
          </ac:spMkLst>
        </pc:spChg>
        <pc:spChg chg="add mod">
          <ac:chgData name="Douwe Ravers" userId="c8d85bf50e360dd6" providerId="LiveId" clId="{581F2EE1-DDE8-4C81-8886-E39EC1CD3DCF}" dt="2023-04-30T18:09:47.990" v="1194" actId="1076"/>
          <ac:spMkLst>
            <pc:docMk/>
            <pc:sldMk cId="47746131" sldId="260"/>
            <ac:spMk id="12" creationId="{A5AE0BCE-0D96-57B9-D9DF-2D18CE3BB3C8}"/>
          </ac:spMkLst>
        </pc:spChg>
        <pc:spChg chg="add mod">
          <ac:chgData name="Douwe Ravers" userId="c8d85bf50e360dd6" providerId="LiveId" clId="{581F2EE1-DDE8-4C81-8886-E39EC1CD3DCF}" dt="2023-04-30T18:10:30.026" v="1249" actId="1076"/>
          <ac:spMkLst>
            <pc:docMk/>
            <pc:sldMk cId="47746131" sldId="260"/>
            <ac:spMk id="13" creationId="{8DFA6E7F-ED1F-C734-B48E-EFDFF2B06868}"/>
          </ac:spMkLst>
        </pc:spChg>
        <pc:spChg chg="mod">
          <ac:chgData name="Douwe Ravers" userId="c8d85bf50e360dd6" providerId="LiveId" clId="{581F2EE1-DDE8-4C81-8886-E39EC1CD3DCF}" dt="2023-05-01T02:17:34.877" v="2166"/>
          <ac:spMkLst>
            <pc:docMk/>
            <pc:sldMk cId="47746131" sldId="260"/>
            <ac:spMk id="14" creationId="{D2A01DE4-9F17-E472-B66D-ECFB59D3318D}"/>
          </ac:spMkLst>
        </pc:spChg>
        <pc:spChg chg="mod">
          <ac:chgData name="Douwe Ravers" userId="c8d85bf50e360dd6" providerId="LiveId" clId="{581F2EE1-DDE8-4C81-8886-E39EC1CD3DCF}" dt="2023-05-01T02:17:40.377" v="2170" actId="20577"/>
          <ac:spMkLst>
            <pc:docMk/>
            <pc:sldMk cId="47746131" sldId="260"/>
            <ac:spMk id="16" creationId="{6C3AD5C3-E692-8966-2894-18C83A2D2682}"/>
          </ac:spMkLst>
        </pc:spChg>
        <pc:spChg chg="add mod">
          <ac:chgData name="Douwe Ravers" userId="c8d85bf50e360dd6" providerId="LiveId" clId="{581F2EE1-DDE8-4C81-8886-E39EC1CD3DCF}" dt="2023-05-01T02:18:38.811" v="2187" actId="1076"/>
          <ac:spMkLst>
            <pc:docMk/>
            <pc:sldMk cId="47746131" sldId="260"/>
            <ac:spMk id="17" creationId="{FD35058F-AB2E-9072-2CD0-0B48CBCE9EDD}"/>
          </ac:spMkLst>
        </pc:spChg>
        <pc:spChg chg="del">
          <ac:chgData name="Douwe Ravers" userId="c8d85bf50e360dd6" providerId="LiveId" clId="{581F2EE1-DDE8-4C81-8886-E39EC1CD3DCF}" dt="2023-04-30T18:05:37.098" v="985" actId="478"/>
          <ac:spMkLst>
            <pc:docMk/>
            <pc:sldMk cId="47746131" sldId="260"/>
            <ac:spMk id="19" creationId="{9539DEDB-948E-7A0F-5B50-475C0FB3CDA3}"/>
          </ac:spMkLst>
        </pc:spChg>
        <pc:spChg chg="del">
          <ac:chgData name="Douwe Ravers" userId="c8d85bf50e360dd6" providerId="LiveId" clId="{581F2EE1-DDE8-4C81-8886-E39EC1CD3DCF}" dt="2023-04-30T18:05:37.098" v="985" actId="478"/>
          <ac:spMkLst>
            <pc:docMk/>
            <pc:sldMk cId="47746131" sldId="260"/>
            <ac:spMk id="20" creationId="{6D44D6B4-BFC2-3936-93A7-FC8E38936DEE}"/>
          </ac:spMkLst>
        </pc:spChg>
        <pc:spChg chg="del">
          <ac:chgData name="Douwe Ravers" userId="c8d85bf50e360dd6" providerId="LiveId" clId="{581F2EE1-DDE8-4C81-8886-E39EC1CD3DCF}" dt="2023-04-30T18:05:37.098" v="985" actId="478"/>
          <ac:spMkLst>
            <pc:docMk/>
            <pc:sldMk cId="47746131" sldId="260"/>
            <ac:spMk id="23" creationId="{2377A15D-E3A8-E7A4-5D0A-A51094752988}"/>
          </ac:spMkLst>
        </pc:spChg>
        <pc:spChg chg="del">
          <ac:chgData name="Douwe Ravers" userId="c8d85bf50e360dd6" providerId="LiveId" clId="{581F2EE1-DDE8-4C81-8886-E39EC1CD3DCF}" dt="2023-04-30T18:05:37.098" v="985" actId="478"/>
          <ac:spMkLst>
            <pc:docMk/>
            <pc:sldMk cId="47746131" sldId="260"/>
            <ac:spMk id="24" creationId="{16B21408-42CA-5334-7091-03781C6D6441}"/>
          </ac:spMkLst>
        </pc:spChg>
        <pc:spChg chg="add mod ord">
          <ac:chgData name="Douwe Ravers" userId="c8d85bf50e360dd6" providerId="LiveId" clId="{581F2EE1-DDE8-4C81-8886-E39EC1CD3DCF}" dt="2023-04-30T18:12:20.321" v="1265" actId="14861"/>
          <ac:spMkLst>
            <pc:docMk/>
            <pc:sldMk cId="47746131" sldId="260"/>
            <ac:spMk id="28" creationId="{677CFA51-8BCC-580F-91C5-2267D68F4F00}"/>
          </ac:spMkLst>
        </pc:spChg>
        <pc:spChg chg="del">
          <ac:chgData name="Douwe Ravers" userId="c8d85bf50e360dd6" providerId="LiveId" clId="{581F2EE1-DDE8-4C81-8886-E39EC1CD3DCF}" dt="2023-04-30T18:05:37.098" v="985" actId="478"/>
          <ac:spMkLst>
            <pc:docMk/>
            <pc:sldMk cId="47746131" sldId="260"/>
            <ac:spMk id="37" creationId="{696ABA83-FF46-A8B8-F33F-A0429A5AA271}"/>
          </ac:spMkLst>
        </pc:spChg>
        <pc:spChg chg="del">
          <ac:chgData name="Douwe Ravers" userId="c8d85bf50e360dd6" providerId="LiveId" clId="{581F2EE1-DDE8-4C81-8886-E39EC1CD3DCF}" dt="2023-04-30T18:05:37.098" v="985" actId="478"/>
          <ac:spMkLst>
            <pc:docMk/>
            <pc:sldMk cId="47746131" sldId="260"/>
            <ac:spMk id="38" creationId="{A7BFFFA3-315E-4AE8-4F74-199407118D66}"/>
          </ac:spMkLst>
        </pc:spChg>
        <pc:spChg chg="del">
          <ac:chgData name="Douwe Ravers" userId="c8d85bf50e360dd6" providerId="LiveId" clId="{581F2EE1-DDE8-4C81-8886-E39EC1CD3DCF}" dt="2023-04-30T18:05:37.098" v="985" actId="478"/>
          <ac:spMkLst>
            <pc:docMk/>
            <pc:sldMk cId="47746131" sldId="260"/>
            <ac:spMk id="40" creationId="{E6C11E82-A403-E713-57C4-06BEB55A0FCC}"/>
          </ac:spMkLst>
        </pc:spChg>
        <pc:spChg chg="add mod">
          <ac:chgData name="Douwe Ravers" userId="c8d85bf50e360dd6" providerId="LiveId" clId="{581F2EE1-DDE8-4C81-8886-E39EC1CD3DCF}" dt="2023-04-30T18:17:20.230" v="1480"/>
          <ac:spMkLst>
            <pc:docMk/>
            <pc:sldMk cId="47746131" sldId="260"/>
            <ac:spMk id="42" creationId="{59DC99FD-2794-7F98-6B6C-9419816AA93A}"/>
          </ac:spMkLst>
        </pc:spChg>
        <pc:spChg chg="add mod">
          <ac:chgData name="Douwe Ravers" userId="c8d85bf50e360dd6" providerId="LiveId" clId="{581F2EE1-DDE8-4C81-8886-E39EC1CD3DCF}" dt="2023-04-30T18:15:51.364" v="1417" actId="313"/>
          <ac:spMkLst>
            <pc:docMk/>
            <pc:sldMk cId="47746131" sldId="260"/>
            <ac:spMk id="44" creationId="{38AFA88E-575D-3FE1-3AE9-775625DFD961}"/>
          </ac:spMkLst>
        </pc:spChg>
        <pc:spChg chg="del">
          <ac:chgData name="Douwe Ravers" userId="c8d85bf50e360dd6" providerId="LiveId" clId="{581F2EE1-DDE8-4C81-8886-E39EC1CD3DCF}" dt="2023-04-30T18:05:37.098" v="985" actId="478"/>
          <ac:spMkLst>
            <pc:docMk/>
            <pc:sldMk cId="47746131" sldId="260"/>
            <ac:spMk id="46" creationId="{5AF56E79-28C4-370A-1132-33A9826AB7F5}"/>
          </ac:spMkLst>
        </pc:spChg>
        <pc:spChg chg="add mod">
          <ac:chgData name="Douwe Ravers" userId="c8d85bf50e360dd6" providerId="LiveId" clId="{581F2EE1-DDE8-4C81-8886-E39EC1CD3DCF}" dt="2023-04-30T18:17:06.829" v="1479" actId="20577"/>
          <ac:spMkLst>
            <pc:docMk/>
            <pc:sldMk cId="47746131" sldId="260"/>
            <ac:spMk id="47" creationId="{79B4B6F4-4AE2-2843-9E80-670710CD4FB4}"/>
          </ac:spMkLst>
        </pc:spChg>
        <pc:grpChg chg="add mod">
          <ac:chgData name="Douwe Ravers" userId="c8d85bf50e360dd6" providerId="LiveId" clId="{581F2EE1-DDE8-4C81-8886-E39EC1CD3DCF}" dt="2023-05-01T02:18:34.509" v="2186" actId="1076"/>
          <ac:grpSpMkLst>
            <pc:docMk/>
            <pc:sldMk cId="47746131" sldId="260"/>
            <ac:grpSpMk id="3" creationId="{02ADE3CF-1B8D-DC4C-6DAE-82214797D87F}"/>
          </ac:grpSpMkLst>
        </pc:grpChg>
        <pc:grpChg chg="del">
          <ac:chgData name="Douwe Ravers" userId="c8d85bf50e360dd6" providerId="LiveId" clId="{581F2EE1-DDE8-4C81-8886-E39EC1CD3DCF}" dt="2023-04-30T18:05:37.098" v="985" actId="478"/>
          <ac:grpSpMkLst>
            <pc:docMk/>
            <pc:sldMk cId="47746131" sldId="260"/>
            <ac:grpSpMk id="36" creationId="{30512300-A14C-2060-0DC1-9130EA75E369}"/>
          </ac:grpSpMkLst>
        </pc:grpChg>
        <pc:picChg chg="add del mod">
          <ac:chgData name="Douwe Ravers" userId="c8d85bf50e360dd6" providerId="LiveId" clId="{581F2EE1-DDE8-4C81-8886-E39EC1CD3DCF}" dt="2023-04-30T22:48:46.682" v="1859" actId="478"/>
          <ac:picMkLst>
            <pc:docMk/>
            <pc:sldMk cId="47746131" sldId="260"/>
            <ac:picMk id="3" creationId="{F5D44884-048B-099F-8201-00691D1E697E}"/>
          </ac:picMkLst>
        </pc:picChg>
        <pc:picChg chg="add mod">
          <ac:chgData name="Douwe Ravers" userId="c8d85bf50e360dd6" providerId="LiveId" clId="{581F2EE1-DDE8-4C81-8886-E39EC1CD3DCF}" dt="2023-04-30T22:49:01.567" v="1865"/>
          <ac:picMkLst>
            <pc:docMk/>
            <pc:sldMk cId="47746131" sldId="260"/>
            <ac:picMk id="4" creationId="{86D37864-7E09-EAD9-4F60-363B1348FEB4}"/>
          </ac:picMkLst>
        </pc:picChg>
        <pc:picChg chg="add mod ord">
          <ac:chgData name="Douwe Ravers" userId="c8d85bf50e360dd6" providerId="LiveId" clId="{581F2EE1-DDE8-4C81-8886-E39EC1CD3DCF}" dt="2023-04-30T18:12:08.953" v="1264" actId="171"/>
          <ac:picMkLst>
            <pc:docMk/>
            <pc:sldMk cId="47746131" sldId="260"/>
            <ac:picMk id="5" creationId="{1F7F4A86-0BD8-7F2C-DAEF-3DD574202A2A}"/>
          </ac:picMkLst>
        </pc:picChg>
        <pc:picChg chg="add mod">
          <ac:chgData name="Douwe Ravers" userId="c8d85bf50e360dd6" providerId="LiveId" clId="{581F2EE1-DDE8-4C81-8886-E39EC1CD3DCF}" dt="2023-04-30T18:11:04.671" v="1253" actId="1076"/>
          <ac:picMkLst>
            <pc:docMk/>
            <pc:sldMk cId="47746131" sldId="260"/>
            <ac:picMk id="15" creationId="{69A5BD2E-8E38-2673-AB63-BBE2783B9314}"/>
          </ac:picMkLst>
        </pc:picChg>
        <pc:picChg chg="del">
          <ac:chgData name="Douwe Ravers" userId="c8d85bf50e360dd6" providerId="LiveId" clId="{581F2EE1-DDE8-4C81-8886-E39EC1CD3DCF}" dt="2023-04-30T18:05:37.098" v="985" actId="478"/>
          <ac:picMkLst>
            <pc:docMk/>
            <pc:sldMk cId="47746131" sldId="260"/>
            <ac:picMk id="17" creationId="{59C4C2A1-83D0-0928-0F5B-561A29788211}"/>
          </ac:picMkLst>
        </pc:picChg>
        <pc:picChg chg="del">
          <ac:chgData name="Douwe Ravers" userId="c8d85bf50e360dd6" providerId="LiveId" clId="{581F2EE1-DDE8-4C81-8886-E39EC1CD3DCF}" dt="2023-04-30T18:05:37.098" v="985" actId="478"/>
          <ac:picMkLst>
            <pc:docMk/>
            <pc:sldMk cId="47746131" sldId="260"/>
            <ac:picMk id="18" creationId="{F838B353-E5D1-9956-5403-2649661A9B4C}"/>
          </ac:picMkLst>
        </pc:picChg>
        <pc:picChg chg="del">
          <ac:chgData name="Douwe Ravers" userId="c8d85bf50e360dd6" providerId="LiveId" clId="{581F2EE1-DDE8-4C81-8886-E39EC1CD3DCF}" dt="2023-04-30T18:05:37.098" v="985" actId="478"/>
          <ac:picMkLst>
            <pc:docMk/>
            <pc:sldMk cId="47746131" sldId="260"/>
            <ac:picMk id="21" creationId="{BC46C399-87A0-575E-DDF0-29894527EC8B}"/>
          </ac:picMkLst>
        </pc:picChg>
        <pc:picChg chg="del">
          <ac:chgData name="Douwe Ravers" userId="c8d85bf50e360dd6" providerId="LiveId" clId="{581F2EE1-DDE8-4C81-8886-E39EC1CD3DCF}" dt="2023-04-30T18:05:37.098" v="985" actId="478"/>
          <ac:picMkLst>
            <pc:docMk/>
            <pc:sldMk cId="47746131" sldId="260"/>
            <ac:picMk id="22" creationId="{E4640686-8CB2-15AB-7A48-65F08C391017}"/>
          </ac:picMkLst>
        </pc:picChg>
        <pc:picChg chg="del">
          <ac:chgData name="Douwe Ravers" userId="c8d85bf50e360dd6" providerId="LiveId" clId="{581F2EE1-DDE8-4C81-8886-E39EC1CD3DCF}" dt="2023-04-30T18:05:37.098" v="985" actId="478"/>
          <ac:picMkLst>
            <pc:docMk/>
            <pc:sldMk cId="47746131" sldId="260"/>
            <ac:picMk id="25" creationId="{D923FA94-9B33-B561-BC60-740106D126E6}"/>
          </ac:picMkLst>
        </pc:picChg>
        <pc:picChg chg="add mod">
          <ac:chgData name="Douwe Ravers" userId="c8d85bf50e360dd6" providerId="LiveId" clId="{581F2EE1-DDE8-4C81-8886-E39EC1CD3DCF}" dt="2023-04-30T18:11:10.095" v="1257" actId="1076"/>
          <ac:picMkLst>
            <pc:docMk/>
            <pc:sldMk cId="47746131" sldId="260"/>
            <ac:picMk id="26" creationId="{4C1E3302-D4A0-CA6F-C19B-FCA220B24CD5}"/>
          </ac:picMkLst>
        </pc:picChg>
        <pc:picChg chg="del">
          <ac:chgData name="Douwe Ravers" userId="c8d85bf50e360dd6" providerId="LiveId" clId="{581F2EE1-DDE8-4C81-8886-E39EC1CD3DCF}" dt="2023-04-30T18:05:37.098" v="985" actId="478"/>
          <ac:picMkLst>
            <pc:docMk/>
            <pc:sldMk cId="47746131" sldId="260"/>
            <ac:picMk id="39" creationId="{9D4C5513-36E0-B20B-8D7C-B4714DF52859}"/>
          </ac:picMkLst>
        </pc:picChg>
        <pc:picChg chg="del">
          <ac:chgData name="Douwe Ravers" userId="c8d85bf50e360dd6" providerId="LiveId" clId="{581F2EE1-DDE8-4C81-8886-E39EC1CD3DCF}" dt="2023-04-30T18:05:37.098" v="985" actId="478"/>
          <ac:picMkLst>
            <pc:docMk/>
            <pc:sldMk cId="47746131" sldId="260"/>
            <ac:picMk id="41" creationId="{E6D99BDE-D6FC-27CF-1612-C8B1714D3902}"/>
          </ac:picMkLst>
        </pc:picChg>
        <pc:picChg chg="del">
          <ac:chgData name="Douwe Ravers" userId="c8d85bf50e360dd6" providerId="LiveId" clId="{581F2EE1-DDE8-4C81-8886-E39EC1CD3DCF}" dt="2023-04-30T18:05:37.098" v="985" actId="478"/>
          <ac:picMkLst>
            <pc:docMk/>
            <pc:sldMk cId="47746131" sldId="260"/>
            <ac:picMk id="43" creationId="{1013201F-8EEE-F2A9-3BDF-DC0141B8A312}"/>
          </ac:picMkLst>
        </pc:picChg>
        <pc:picChg chg="del">
          <ac:chgData name="Douwe Ravers" userId="c8d85bf50e360dd6" providerId="LiveId" clId="{581F2EE1-DDE8-4C81-8886-E39EC1CD3DCF}" dt="2023-04-30T18:05:37.098" v="985" actId="478"/>
          <ac:picMkLst>
            <pc:docMk/>
            <pc:sldMk cId="47746131" sldId="260"/>
            <ac:picMk id="45" creationId="{11206812-EF56-C729-1C31-8A94929B2958}"/>
          </ac:picMkLst>
        </pc:picChg>
        <pc:cxnChg chg="add del mod">
          <ac:chgData name="Douwe Ravers" userId="c8d85bf50e360dd6" providerId="LiveId" clId="{581F2EE1-DDE8-4C81-8886-E39EC1CD3DCF}" dt="2023-04-30T18:12:42.628" v="1268" actId="478"/>
          <ac:cxnSpMkLst>
            <pc:docMk/>
            <pc:sldMk cId="47746131" sldId="260"/>
            <ac:cxnSpMk id="32" creationId="{815F8F62-4289-314D-FCB1-511AB38AF944}"/>
          </ac:cxnSpMkLst>
        </pc:cxnChg>
      </pc:sldChg>
      <pc:sldChg chg="addSp delSp modSp add mod">
        <pc:chgData name="Douwe Ravers" userId="c8d85bf50e360dd6" providerId="LiveId" clId="{581F2EE1-DDE8-4C81-8886-E39EC1CD3DCF}" dt="2023-05-01T02:35:24.001" v="2720" actId="1076"/>
        <pc:sldMkLst>
          <pc:docMk/>
          <pc:sldMk cId="1128374672" sldId="261"/>
        </pc:sldMkLst>
        <pc:spChg chg="add del mod">
          <ac:chgData name="Douwe Ravers" userId="c8d85bf50e360dd6" providerId="LiveId" clId="{581F2EE1-DDE8-4C81-8886-E39EC1CD3DCF}" dt="2023-04-30T18:27:18.736" v="1574" actId="478"/>
          <ac:spMkLst>
            <pc:docMk/>
            <pc:sldMk cId="1128374672" sldId="261"/>
            <ac:spMk id="10" creationId="{C5C89268-908D-2B8F-352D-E8BE14538D76}"/>
          </ac:spMkLst>
        </pc:spChg>
        <pc:spChg chg="mod">
          <ac:chgData name="Douwe Ravers" userId="c8d85bf50e360dd6" providerId="LiveId" clId="{581F2EE1-DDE8-4C81-8886-E39EC1CD3DCF}" dt="2023-05-01T02:20:24.644" v="2234" actId="20577"/>
          <ac:spMkLst>
            <pc:docMk/>
            <pc:sldMk cId="1128374672" sldId="261"/>
            <ac:spMk id="11" creationId="{13A726F4-4F1A-0E43-5DDB-DF59D3337A06}"/>
          </ac:spMkLst>
        </pc:spChg>
        <pc:spChg chg="add del mod">
          <ac:chgData name="Douwe Ravers" userId="c8d85bf50e360dd6" providerId="LiveId" clId="{581F2EE1-DDE8-4C81-8886-E39EC1CD3DCF}" dt="2023-05-01T02:20:56.443" v="2235" actId="478"/>
          <ac:spMkLst>
            <pc:docMk/>
            <pc:sldMk cId="1128374672" sldId="261"/>
            <ac:spMk id="12" creationId="{43B66A1A-1E52-F235-C98B-C2FCA32819C6}"/>
          </ac:spMkLst>
        </pc:spChg>
        <pc:spChg chg="add del mod ord">
          <ac:chgData name="Douwe Ravers" userId="c8d85bf50e360dd6" providerId="LiveId" clId="{581F2EE1-DDE8-4C81-8886-E39EC1CD3DCF}" dt="2023-05-01T02:20:56.443" v="2235" actId="478"/>
          <ac:spMkLst>
            <pc:docMk/>
            <pc:sldMk cId="1128374672" sldId="261"/>
            <ac:spMk id="13" creationId="{64677852-DDD3-D551-E68E-9A9218676E87}"/>
          </ac:spMkLst>
        </pc:spChg>
        <pc:spChg chg="add del mod">
          <ac:chgData name="Douwe Ravers" userId="c8d85bf50e360dd6" providerId="LiveId" clId="{581F2EE1-DDE8-4C81-8886-E39EC1CD3DCF}" dt="2023-05-01T02:20:56.443" v="2235" actId="478"/>
          <ac:spMkLst>
            <pc:docMk/>
            <pc:sldMk cId="1128374672" sldId="261"/>
            <ac:spMk id="16" creationId="{3F3DD1B3-A258-09E7-BD25-DC226463AB84}"/>
          </ac:spMkLst>
        </pc:spChg>
        <pc:spChg chg="add del mod">
          <ac:chgData name="Douwe Ravers" userId="c8d85bf50e360dd6" providerId="LiveId" clId="{581F2EE1-DDE8-4C81-8886-E39EC1CD3DCF}" dt="2023-05-01T02:20:56.443" v="2235" actId="478"/>
          <ac:spMkLst>
            <pc:docMk/>
            <pc:sldMk cId="1128374672" sldId="261"/>
            <ac:spMk id="20" creationId="{1E2E4E05-0086-E50E-B082-D62B29B550FA}"/>
          </ac:spMkLst>
        </pc:spChg>
        <pc:spChg chg="add del mod">
          <ac:chgData name="Douwe Ravers" userId="c8d85bf50e360dd6" providerId="LiveId" clId="{581F2EE1-DDE8-4C81-8886-E39EC1CD3DCF}" dt="2023-05-01T02:20:56.443" v="2235" actId="478"/>
          <ac:spMkLst>
            <pc:docMk/>
            <pc:sldMk cId="1128374672" sldId="261"/>
            <ac:spMk id="24" creationId="{89B41EEC-E99D-D116-5A42-A2361DA3BF4D}"/>
          </ac:spMkLst>
        </pc:spChg>
        <pc:spChg chg="add del mod">
          <ac:chgData name="Douwe Ravers" userId="c8d85bf50e360dd6" providerId="LiveId" clId="{581F2EE1-DDE8-4C81-8886-E39EC1CD3DCF}" dt="2023-04-30T18:33:12.413" v="1723" actId="478"/>
          <ac:spMkLst>
            <pc:docMk/>
            <pc:sldMk cId="1128374672" sldId="261"/>
            <ac:spMk id="25" creationId="{4F5DCD47-99BC-BD6F-28FC-57289963C0C6}"/>
          </ac:spMkLst>
        </pc:spChg>
        <pc:spChg chg="add del mod">
          <ac:chgData name="Douwe Ravers" userId="c8d85bf50e360dd6" providerId="LiveId" clId="{581F2EE1-DDE8-4C81-8886-E39EC1CD3DCF}" dt="2023-05-01T02:20:56.443" v="2235" actId="478"/>
          <ac:spMkLst>
            <pc:docMk/>
            <pc:sldMk cId="1128374672" sldId="261"/>
            <ac:spMk id="27" creationId="{9E7FEB4B-8C21-7BC1-637A-85DA14D9DCAD}"/>
          </ac:spMkLst>
        </pc:spChg>
        <pc:spChg chg="add mod">
          <ac:chgData name="Douwe Ravers" userId="c8d85bf50e360dd6" providerId="LiveId" clId="{581F2EE1-DDE8-4C81-8886-E39EC1CD3DCF}" dt="2023-05-01T02:21:47.746" v="2254" actId="20577"/>
          <ac:spMkLst>
            <pc:docMk/>
            <pc:sldMk cId="1128374672" sldId="261"/>
            <ac:spMk id="28" creationId="{56F32BB4-0588-9479-87F5-A94FC57CE143}"/>
          </ac:spMkLst>
        </pc:spChg>
        <pc:spChg chg="add del mod">
          <ac:chgData name="Douwe Ravers" userId="c8d85bf50e360dd6" providerId="LiveId" clId="{581F2EE1-DDE8-4C81-8886-E39EC1CD3DCF}" dt="2023-05-01T02:20:56.443" v="2235" actId="478"/>
          <ac:spMkLst>
            <pc:docMk/>
            <pc:sldMk cId="1128374672" sldId="261"/>
            <ac:spMk id="30" creationId="{8482BA6E-1534-A46E-6B31-14458E461318}"/>
          </ac:spMkLst>
        </pc:spChg>
        <pc:spChg chg="add del mod">
          <ac:chgData name="Douwe Ravers" userId="c8d85bf50e360dd6" providerId="LiveId" clId="{581F2EE1-DDE8-4C81-8886-E39EC1CD3DCF}" dt="2023-05-01T02:20:56.443" v="2235" actId="478"/>
          <ac:spMkLst>
            <pc:docMk/>
            <pc:sldMk cId="1128374672" sldId="261"/>
            <ac:spMk id="31" creationId="{68159FC1-D87C-3201-A944-B9132F05CC85}"/>
          </ac:spMkLst>
        </pc:spChg>
        <pc:spChg chg="add mod">
          <ac:chgData name="Douwe Ravers" userId="c8d85bf50e360dd6" providerId="LiveId" clId="{581F2EE1-DDE8-4C81-8886-E39EC1CD3DCF}" dt="2023-04-30T18:37:33.855" v="1818" actId="571"/>
          <ac:spMkLst>
            <pc:docMk/>
            <pc:sldMk cId="1128374672" sldId="261"/>
            <ac:spMk id="33" creationId="{258AEF8C-056C-4B2A-2083-80154B4166D5}"/>
          </ac:spMkLst>
        </pc:spChg>
        <pc:spChg chg="add del mod">
          <ac:chgData name="Douwe Ravers" userId="c8d85bf50e360dd6" providerId="LiveId" clId="{581F2EE1-DDE8-4C81-8886-E39EC1CD3DCF}" dt="2023-05-01T02:20:56.443" v="2235" actId="478"/>
          <ac:spMkLst>
            <pc:docMk/>
            <pc:sldMk cId="1128374672" sldId="261"/>
            <ac:spMk id="34" creationId="{9FA48EC5-D67A-62CE-6259-0A14FC4F758F}"/>
          </ac:spMkLst>
        </pc:spChg>
        <pc:spChg chg="add mod">
          <ac:chgData name="Douwe Ravers" userId="c8d85bf50e360dd6" providerId="LiveId" clId="{581F2EE1-DDE8-4C81-8886-E39EC1CD3DCF}" dt="2023-05-01T02:34:49.032" v="2706" actId="1076"/>
          <ac:spMkLst>
            <pc:docMk/>
            <pc:sldMk cId="1128374672" sldId="261"/>
            <ac:spMk id="40" creationId="{0F952BF5-8A32-C9CE-4E04-012F7D549246}"/>
          </ac:spMkLst>
        </pc:spChg>
        <pc:spChg chg="add mod">
          <ac:chgData name="Douwe Ravers" userId="c8d85bf50e360dd6" providerId="LiveId" clId="{581F2EE1-DDE8-4C81-8886-E39EC1CD3DCF}" dt="2023-05-01T02:35:24.001" v="2720" actId="1076"/>
          <ac:spMkLst>
            <pc:docMk/>
            <pc:sldMk cId="1128374672" sldId="261"/>
            <ac:spMk id="43" creationId="{11A47190-729D-5173-D8F2-D8C7B3148A15}"/>
          </ac:spMkLst>
        </pc:spChg>
        <pc:spChg chg="add mod">
          <ac:chgData name="Douwe Ravers" userId="c8d85bf50e360dd6" providerId="LiveId" clId="{581F2EE1-DDE8-4C81-8886-E39EC1CD3DCF}" dt="2023-05-01T02:35:09.117" v="2714" actId="1076"/>
          <ac:spMkLst>
            <pc:docMk/>
            <pc:sldMk cId="1128374672" sldId="261"/>
            <ac:spMk id="45" creationId="{104A2BE1-4377-9F5D-6BC7-CA4206DD0B9F}"/>
          </ac:spMkLst>
        </pc:spChg>
        <pc:spChg chg="del">
          <ac:chgData name="Douwe Ravers" userId="c8d85bf50e360dd6" providerId="LiveId" clId="{581F2EE1-DDE8-4C81-8886-E39EC1CD3DCF}" dt="2023-04-30T18:26:12.074" v="1562" actId="478"/>
          <ac:spMkLst>
            <pc:docMk/>
            <pc:sldMk cId="1128374672" sldId="261"/>
            <ac:spMk id="53" creationId="{202924EE-6D81-01E4-DC1D-F23F35846EB7}"/>
          </ac:spMkLst>
        </pc:spChg>
        <pc:spChg chg="del">
          <ac:chgData name="Douwe Ravers" userId="c8d85bf50e360dd6" providerId="LiveId" clId="{581F2EE1-DDE8-4C81-8886-E39EC1CD3DCF}" dt="2023-04-30T18:26:20.378" v="1563" actId="478"/>
          <ac:spMkLst>
            <pc:docMk/>
            <pc:sldMk cId="1128374672" sldId="261"/>
            <ac:spMk id="54" creationId="{7DD01F3F-713C-A20A-D1B3-6AFAE0AE02A7}"/>
          </ac:spMkLst>
        </pc:spChg>
        <pc:spChg chg="del">
          <ac:chgData name="Douwe Ravers" userId="c8d85bf50e360dd6" providerId="LiveId" clId="{581F2EE1-DDE8-4C81-8886-E39EC1CD3DCF}" dt="2023-04-30T18:26:12.074" v="1562" actId="478"/>
          <ac:spMkLst>
            <pc:docMk/>
            <pc:sldMk cId="1128374672" sldId="261"/>
            <ac:spMk id="62" creationId="{3658040D-24E8-4410-17CF-60E1B949B53B}"/>
          </ac:spMkLst>
        </pc:spChg>
        <pc:spChg chg="del">
          <ac:chgData name="Douwe Ravers" userId="c8d85bf50e360dd6" providerId="LiveId" clId="{581F2EE1-DDE8-4C81-8886-E39EC1CD3DCF}" dt="2023-04-30T18:26:12.074" v="1562" actId="478"/>
          <ac:spMkLst>
            <pc:docMk/>
            <pc:sldMk cId="1128374672" sldId="261"/>
            <ac:spMk id="64" creationId="{E798BB80-AA37-23BE-FC8F-780096BFD0EC}"/>
          </ac:spMkLst>
        </pc:spChg>
        <pc:spChg chg="del">
          <ac:chgData name="Douwe Ravers" userId="c8d85bf50e360dd6" providerId="LiveId" clId="{581F2EE1-DDE8-4C81-8886-E39EC1CD3DCF}" dt="2023-04-30T18:26:20.378" v="1563" actId="478"/>
          <ac:spMkLst>
            <pc:docMk/>
            <pc:sldMk cId="1128374672" sldId="261"/>
            <ac:spMk id="69" creationId="{B2075F2A-E7EF-9BBC-3FBE-1B3E0253E216}"/>
          </ac:spMkLst>
        </pc:spChg>
        <pc:spChg chg="del">
          <ac:chgData name="Douwe Ravers" userId="c8d85bf50e360dd6" providerId="LiveId" clId="{581F2EE1-DDE8-4C81-8886-E39EC1CD3DCF}" dt="2023-04-30T18:26:20.378" v="1563" actId="478"/>
          <ac:spMkLst>
            <pc:docMk/>
            <pc:sldMk cId="1128374672" sldId="261"/>
            <ac:spMk id="70" creationId="{9574F44D-C879-0215-F12D-589C70E7ED12}"/>
          </ac:spMkLst>
        </pc:spChg>
        <pc:picChg chg="add del mod">
          <ac:chgData name="Douwe Ravers" userId="c8d85bf50e360dd6" providerId="LiveId" clId="{581F2EE1-DDE8-4C81-8886-E39EC1CD3DCF}" dt="2023-04-30T22:48:53.362" v="1861" actId="478"/>
          <ac:picMkLst>
            <pc:docMk/>
            <pc:sldMk cId="1128374672" sldId="261"/>
            <ac:picMk id="2" creationId="{916D2A8F-216E-F0E7-5CA6-CA7793991A96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3" creationId="{DB24A937-2A5C-0E97-5346-8441C55CEE65}"/>
          </ac:picMkLst>
        </pc:picChg>
        <pc:picChg chg="add mod">
          <ac:chgData name="Douwe Ravers" userId="c8d85bf50e360dd6" providerId="LiveId" clId="{581F2EE1-DDE8-4C81-8886-E39EC1CD3DCF}" dt="2023-04-30T22:49:03.639" v="1867"/>
          <ac:picMkLst>
            <pc:docMk/>
            <pc:sldMk cId="1128374672" sldId="261"/>
            <ac:picMk id="4" creationId="{95B6D3C2-2209-11E4-54A1-3DB5F7AC3722}"/>
          </ac:picMkLst>
        </pc:picChg>
        <pc:picChg chg="del">
          <ac:chgData name="Douwe Ravers" userId="c8d85bf50e360dd6" providerId="LiveId" clId="{581F2EE1-DDE8-4C81-8886-E39EC1CD3DCF}" dt="2023-04-30T18:26:20.378" v="1563" actId="478"/>
          <ac:picMkLst>
            <pc:docMk/>
            <pc:sldMk cId="1128374672" sldId="261"/>
            <ac:picMk id="5" creationId="{1DF86290-6D87-6F00-B6BF-593F74F430B2}"/>
          </ac:picMkLst>
        </pc:picChg>
        <pc:picChg chg="add mod">
          <ac:chgData name="Douwe Ravers" userId="c8d85bf50e360dd6" providerId="LiveId" clId="{581F2EE1-DDE8-4C81-8886-E39EC1CD3DCF}" dt="2023-05-01T02:21:17.212" v="2244" actId="1076"/>
          <ac:picMkLst>
            <pc:docMk/>
            <pc:sldMk cId="1128374672" sldId="261"/>
            <ac:picMk id="5" creationId="{76A748E9-8F3C-64D1-C33F-FB15325BB823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6" creationId="{D1FF5F0A-AD35-2A8F-29B6-BFC594322DBA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8" creationId="{76CD83DF-A6C8-E58F-6B72-92A4F089205A}"/>
          </ac:picMkLst>
        </pc:picChg>
        <pc:picChg chg="add del mod or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9" creationId="{AA4DA148-BF79-4521-F433-F00CC51C7FC9}"/>
          </ac:picMkLst>
        </pc:picChg>
        <pc:picChg chg="add mod">
          <ac:chgData name="Douwe Ravers" userId="c8d85bf50e360dd6" providerId="LiveId" clId="{581F2EE1-DDE8-4C81-8886-E39EC1CD3DCF}" dt="2023-05-01T02:21:38.987" v="2249" actId="1076"/>
          <ac:picMkLst>
            <pc:docMk/>
            <pc:sldMk cId="1128374672" sldId="261"/>
            <ac:picMk id="10" creationId="{B076ECC6-592E-55A7-5817-C363C4C411BA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14" creationId="{6E71BF46-26F3-691C-32E1-82DC7057FEA8}"/>
          </ac:picMkLst>
        </pc:picChg>
        <pc:picChg chg="add del mod or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15" creationId="{F66C616F-5CC3-B43A-CDED-F6E3C888FA27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17" creationId="{38771A27-B2EF-6BE6-2163-AF21E8092FC8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18" creationId="{E75D81FA-D393-55DB-A657-EF48F2CC2DDD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19" creationId="{D8F3C3A9-08F8-8107-C890-EF9BEA07BA87}"/>
          </ac:picMkLst>
        </pc:picChg>
        <pc:picChg chg="add del mod">
          <ac:chgData name="Douwe Ravers" userId="c8d85bf50e360dd6" providerId="LiveId" clId="{581F2EE1-DDE8-4C81-8886-E39EC1CD3DCF}" dt="2023-05-01T02:21:35.890" v="2248" actId="478"/>
          <ac:picMkLst>
            <pc:docMk/>
            <pc:sldMk cId="1128374672" sldId="261"/>
            <ac:picMk id="21" creationId="{8C32D653-1F9A-3309-236C-C53166DBD034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22" creationId="{ECE93F01-56FC-CFE0-F64C-5A4196D3FDA0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23" creationId="{984D1423-29D4-A148-552B-9F3F8AC5F715}"/>
          </ac:picMkLst>
        </pc:picChg>
        <pc:picChg chg="add mod">
          <ac:chgData name="Douwe Ravers" userId="c8d85bf50e360dd6" providerId="LiveId" clId="{581F2EE1-DDE8-4C81-8886-E39EC1CD3DCF}" dt="2023-05-01T02:21:32.095" v="2247"/>
          <ac:picMkLst>
            <pc:docMk/>
            <pc:sldMk cId="1128374672" sldId="261"/>
            <ac:picMk id="25" creationId="{D68D6AB6-9E6A-E765-5D96-AC979A71DFEC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26" creationId="{A6E33105-9EE8-6924-61DC-CE15F84B1EF2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29" creationId="{A3F44E14-D09D-290B-DA10-09BE66D874CE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32" creationId="{A1408A73-AA53-626A-BDF2-C2F01DC5CB38}"/>
          </ac:picMkLst>
        </pc:picChg>
        <pc:picChg chg="add mod">
          <ac:chgData name="Douwe Ravers" userId="c8d85bf50e360dd6" providerId="LiveId" clId="{581F2EE1-DDE8-4C81-8886-E39EC1CD3DCF}" dt="2023-05-01T02:21:43.538" v="2251" actId="1076"/>
          <ac:picMkLst>
            <pc:docMk/>
            <pc:sldMk cId="1128374672" sldId="261"/>
            <ac:picMk id="33" creationId="{D447A3EA-0D33-FC3C-8718-6D957CBD5D7F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35" creationId="{F2BC8095-8077-E319-DAB5-5BC6C3BB4CFC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36" creationId="{D36C74D7-EA69-5D8F-AF1D-C6E14607AE03}"/>
          </ac:picMkLst>
        </pc:picChg>
        <pc:picChg chg="add del mod">
          <ac:chgData name="Douwe Ravers" userId="c8d85bf50e360dd6" providerId="LiveId" clId="{581F2EE1-DDE8-4C81-8886-E39EC1CD3DCF}" dt="2023-05-01T02:20:56.443" v="2235" actId="478"/>
          <ac:picMkLst>
            <pc:docMk/>
            <pc:sldMk cId="1128374672" sldId="261"/>
            <ac:picMk id="37" creationId="{67377397-5955-5533-D221-24F45E74C3EC}"/>
          </ac:picMkLst>
        </pc:picChg>
        <pc:picChg chg="add mod">
          <ac:chgData name="Douwe Ravers" userId="c8d85bf50e360dd6" providerId="LiveId" clId="{581F2EE1-DDE8-4C81-8886-E39EC1CD3DCF}" dt="2023-05-01T02:34:46.616" v="2705" actId="1076"/>
          <ac:picMkLst>
            <pc:docMk/>
            <pc:sldMk cId="1128374672" sldId="261"/>
            <ac:picMk id="38" creationId="{C9B8EBE7-3BE2-AD9B-B8D3-E0D010809725}"/>
          </ac:picMkLst>
        </pc:picChg>
        <pc:picChg chg="add mod">
          <ac:chgData name="Douwe Ravers" userId="c8d85bf50e360dd6" providerId="LiveId" clId="{581F2EE1-DDE8-4C81-8886-E39EC1CD3DCF}" dt="2023-05-01T02:34:46.616" v="2705" actId="1076"/>
          <ac:picMkLst>
            <pc:docMk/>
            <pc:sldMk cId="1128374672" sldId="261"/>
            <ac:picMk id="39" creationId="{0A8A5695-55CE-6220-FB3B-CD6252811681}"/>
          </ac:picMkLst>
        </pc:picChg>
        <pc:picChg chg="add mod">
          <ac:chgData name="Douwe Ravers" userId="c8d85bf50e360dd6" providerId="LiveId" clId="{581F2EE1-DDE8-4C81-8886-E39EC1CD3DCF}" dt="2023-05-01T02:34:51.326" v="2707" actId="1076"/>
          <ac:picMkLst>
            <pc:docMk/>
            <pc:sldMk cId="1128374672" sldId="261"/>
            <ac:picMk id="42" creationId="{F884CF73-0A51-FB77-1240-2834495DC33C}"/>
          </ac:picMkLst>
        </pc:picChg>
        <pc:picChg chg="add mod">
          <ac:chgData name="Douwe Ravers" userId="c8d85bf50e360dd6" providerId="LiveId" clId="{581F2EE1-DDE8-4C81-8886-E39EC1CD3DCF}" dt="2023-05-01T02:35:12.041" v="2715" actId="1076"/>
          <ac:picMkLst>
            <pc:docMk/>
            <pc:sldMk cId="1128374672" sldId="261"/>
            <ac:picMk id="44" creationId="{84860609-A298-E69D-C903-42A745EE6143}"/>
          </ac:picMkLst>
        </pc:picChg>
        <pc:picChg chg="add mod">
          <ac:chgData name="Douwe Ravers" userId="c8d85bf50e360dd6" providerId="LiveId" clId="{581F2EE1-DDE8-4C81-8886-E39EC1CD3DCF}" dt="2023-05-01T02:35:12.041" v="2715" actId="1076"/>
          <ac:picMkLst>
            <pc:docMk/>
            <pc:sldMk cId="1128374672" sldId="261"/>
            <ac:picMk id="46" creationId="{24F4D718-0357-BC0F-640B-3EAD2D35C213}"/>
          </ac:picMkLst>
        </pc:picChg>
        <pc:picChg chg="del">
          <ac:chgData name="Douwe Ravers" userId="c8d85bf50e360dd6" providerId="LiveId" clId="{581F2EE1-DDE8-4C81-8886-E39EC1CD3DCF}" dt="2023-04-30T18:23:29.079" v="1482" actId="478"/>
          <ac:picMkLst>
            <pc:docMk/>
            <pc:sldMk cId="1128374672" sldId="261"/>
            <ac:picMk id="48" creationId="{2B0B7EBE-7EE7-1C7B-A52D-EC65C6853AFE}"/>
          </ac:picMkLst>
        </pc:picChg>
        <pc:picChg chg="del">
          <ac:chgData name="Douwe Ravers" userId="c8d85bf50e360dd6" providerId="LiveId" clId="{581F2EE1-DDE8-4C81-8886-E39EC1CD3DCF}" dt="2023-04-30T18:23:32.191" v="1483" actId="478"/>
          <ac:picMkLst>
            <pc:docMk/>
            <pc:sldMk cId="1128374672" sldId="261"/>
            <ac:picMk id="50" creationId="{FF57BF49-A2ED-58DF-D8D3-A99E0E3A34AC}"/>
          </ac:picMkLst>
        </pc:picChg>
        <pc:picChg chg="del">
          <ac:chgData name="Douwe Ravers" userId="c8d85bf50e360dd6" providerId="LiveId" clId="{581F2EE1-DDE8-4C81-8886-E39EC1CD3DCF}" dt="2023-04-30T18:23:32.191" v="1483" actId="478"/>
          <ac:picMkLst>
            <pc:docMk/>
            <pc:sldMk cId="1128374672" sldId="261"/>
            <ac:picMk id="52" creationId="{E8768698-E89C-AB60-02A5-9B15967B85FB}"/>
          </ac:picMkLst>
        </pc:picChg>
        <pc:picChg chg="del">
          <ac:chgData name="Douwe Ravers" userId="c8d85bf50e360dd6" providerId="LiveId" clId="{581F2EE1-DDE8-4C81-8886-E39EC1CD3DCF}" dt="2023-04-30T18:26:20.378" v="1563" actId="478"/>
          <ac:picMkLst>
            <pc:docMk/>
            <pc:sldMk cId="1128374672" sldId="261"/>
            <ac:picMk id="57" creationId="{A5E61D8A-7430-C274-D400-FA93A1B6EE33}"/>
          </ac:picMkLst>
        </pc:picChg>
        <pc:picChg chg="mod">
          <ac:chgData name="Douwe Ravers" userId="c8d85bf50e360dd6" providerId="LiveId" clId="{581F2EE1-DDE8-4C81-8886-E39EC1CD3DCF}" dt="2023-04-30T18:31:05.305" v="1634" actId="14100"/>
          <ac:picMkLst>
            <pc:docMk/>
            <pc:sldMk cId="1128374672" sldId="261"/>
            <ac:picMk id="59" creationId="{7227C457-22E8-C992-7ADF-D83C086C8EF7}"/>
          </ac:picMkLst>
        </pc:picChg>
        <pc:picChg chg="del">
          <ac:chgData name="Douwe Ravers" userId="c8d85bf50e360dd6" providerId="LiveId" clId="{581F2EE1-DDE8-4C81-8886-E39EC1CD3DCF}" dt="2023-04-30T18:26:20.378" v="1563" actId="478"/>
          <ac:picMkLst>
            <pc:docMk/>
            <pc:sldMk cId="1128374672" sldId="261"/>
            <ac:picMk id="61" creationId="{8AAD23B2-4E02-101B-9528-65A73C13B498}"/>
          </ac:picMkLst>
        </pc:picChg>
        <pc:picChg chg="del">
          <ac:chgData name="Douwe Ravers" userId="c8d85bf50e360dd6" providerId="LiveId" clId="{581F2EE1-DDE8-4C81-8886-E39EC1CD3DCF}" dt="2023-04-30T18:26:24.522" v="1564" actId="478"/>
          <ac:picMkLst>
            <pc:docMk/>
            <pc:sldMk cId="1128374672" sldId="261"/>
            <ac:picMk id="63" creationId="{74B4B859-6DA5-58F3-4D6C-EB22985B1852}"/>
          </ac:picMkLst>
        </pc:picChg>
        <pc:picChg chg="del">
          <ac:chgData name="Douwe Ravers" userId="c8d85bf50e360dd6" providerId="LiveId" clId="{581F2EE1-DDE8-4C81-8886-E39EC1CD3DCF}" dt="2023-04-30T18:26:20.378" v="1563" actId="478"/>
          <ac:picMkLst>
            <pc:docMk/>
            <pc:sldMk cId="1128374672" sldId="261"/>
            <ac:picMk id="67" creationId="{E0CC7214-3623-BF11-DB43-0526DA5D6C71}"/>
          </ac:picMkLst>
        </pc:picChg>
        <pc:picChg chg="del">
          <ac:chgData name="Douwe Ravers" userId="c8d85bf50e360dd6" providerId="LiveId" clId="{581F2EE1-DDE8-4C81-8886-E39EC1CD3DCF}" dt="2023-04-30T18:26:20.378" v="1563" actId="478"/>
          <ac:picMkLst>
            <pc:docMk/>
            <pc:sldMk cId="1128374672" sldId="261"/>
            <ac:picMk id="68" creationId="{BC4AE79A-D5C1-1AB5-9F7D-AAED1E61FC98}"/>
          </ac:picMkLst>
        </pc:picChg>
      </pc:sldChg>
      <pc:sldChg chg="addSp delSp modSp add mod">
        <pc:chgData name="Douwe Ravers" userId="c8d85bf50e360dd6" providerId="LiveId" clId="{581F2EE1-DDE8-4C81-8886-E39EC1CD3DCF}" dt="2023-05-01T02:17:16.827" v="2165" actId="478"/>
        <pc:sldMkLst>
          <pc:docMk/>
          <pc:sldMk cId="120876259" sldId="262"/>
        </pc:sldMkLst>
        <pc:spChg chg="mod">
          <ac:chgData name="Douwe Ravers" userId="c8d85bf50e360dd6" providerId="LiveId" clId="{581F2EE1-DDE8-4C81-8886-E39EC1CD3DCF}" dt="2023-05-01T02:06:31.583" v="1968" actId="20577"/>
          <ac:spMkLst>
            <pc:docMk/>
            <pc:sldMk cId="120876259" sldId="262"/>
            <ac:spMk id="2" creationId="{0C4DE95C-AF44-B196-31D1-911B992140AF}"/>
          </ac:spMkLst>
        </pc:spChg>
        <pc:spChg chg="add mod">
          <ac:chgData name="Douwe Ravers" userId="c8d85bf50e360dd6" providerId="LiveId" clId="{581F2EE1-DDE8-4C81-8886-E39EC1CD3DCF}" dt="2023-05-01T02:13:22.203" v="2082" actId="14100"/>
          <ac:spMkLst>
            <pc:docMk/>
            <pc:sldMk cId="120876259" sldId="262"/>
            <ac:spMk id="3" creationId="{0051D99D-F126-80C3-9FA5-587C43A393E0}"/>
          </ac:spMkLst>
        </pc:spChg>
        <pc:spChg chg="del">
          <ac:chgData name="Douwe Ravers" userId="c8d85bf50e360dd6" providerId="LiveId" clId="{581F2EE1-DDE8-4C81-8886-E39EC1CD3DCF}" dt="2023-05-01T02:06:25.086" v="1959" actId="478"/>
          <ac:spMkLst>
            <pc:docMk/>
            <pc:sldMk cId="120876259" sldId="262"/>
            <ac:spMk id="5" creationId="{417C88E7-183E-F4DB-7BB0-4099CF3D538A}"/>
          </ac:spMkLst>
        </pc:spChg>
        <pc:spChg chg="add mod ord">
          <ac:chgData name="Douwe Ravers" userId="c8d85bf50e360dd6" providerId="LiveId" clId="{581F2EE1-DDE8-4C81-8886-E39EC1CD3DCF}" dt="2023-05-01T02:07:33.654" v="1977" actId="164"/>
          <ac:spMkLst>
            <pc:docMk/>
            <pc:sldMk cId="120876259" sldId="262"/>
            <ac:spMk id="7" creationId="{F047936E-CC0E-9CD6-45DB-FB6E5C3D32C1}"/>
          </ac:spMkLst>
        </pc:spChg>
        <pc:spChg chg="mod">
          <ac:chgData name="Douwe Ravers" userId="c8d85bf50e360dd6" providerId="LiveId" clId="{581F2EE1-DDE8-4C81-8886-E39EC1CD3DCF}" dt="2023-05-01T02:13:30.667" v="2087" actId="1076"/>
          <ac:spMkLst>
            <pc:docMk/>
            <pc:sldMk cId="120876259" sldId="262"/>
            <ac:spMk id="10" creationId="{96BB3229-2211-C718-2451-9A5841410D18}"/>
          </ac:spMkLst>
        </pc:spChg>
        <pc:spChg chg="mod">
          <ac:chgData name="Douwe Ravers" userId="c8d85bf50e360dd6" providerId="LiveId" clId="{581F2EE1-DDE8-4C81-8886-E39EC1CD3DCF}" dt="2023-05-01T02:13:28.355" v="2085" actId="1076"/>
          <ac:spMkLst>
            <pc:docMk/>
            <pc:sldMk cId="120876259" sldId="262"/>
            <ac:spMk id="11" creationId="{686ACEBB-1264-E7FD-6625-F7EFB49AF210}"/>
          </ac:spMkLst>
        </pc:spChg>
        <pc:spChg chg="mod">
          <ac:chgData name="Douwe Ravers" userId="c8d85bf50e360dd6" providerId="LiveId" clId="{581F2EE1-DDE8-4C81-8886-E39EC1CD3DCF}" dt="2023-05-01T02:07:40.247" v="1981"/>
          <ac:spMkLst>
            <pc:docMk/>
            <pc:sldMk cId="120876259" sldId="262"/>
            <ac:spMk id="13" creationId="{1AFBFB3E-A1C5-65BB-565A-D7604A5787B2}"/>
          </ac:spMkLst>
        </pc:spChg>
        <pc:spChg chg="mod">
          <ac:chgData name="Douwe Ravers" userId="c8d85bf50e360dd6" providerId="LiveId" clId="{581F2EE1-DDE8-4C81-8886-E39EC1CD3DCF}" dt="2023-05-01T02:09:10.337" v="2019" actId="20577"/>
          <ac:spMkLst>
            <pc:docMk/>
            <pc:sldMk cId="120876259" sldId="262"/>
            <ac:spMk id="14" creationId="{C4924F81-D0AF-F158-F145-A6AB67D50AD8}"/>
          </ac:spMkLst>
        </pc:spChg>
        <pc:spChg chg="mod">
          <ac:chgData name="Douwe Ravers" userId="c8d85bf50e360dd6" providerId="LiveId" clId="{581F2EE1-DDE8-4C81-8886-E39EC1CD3DCF}" dt="2023-05-01T02:07:43.448" v="1983"/>
          <ac:spMkLst>
            <pc:docMk/>
            <pc:sldMk cId="120876259" sldId="262"/>
            <ac:spMk id="16" creationId="{4DC63507-38B9-1AAB-8366-BBD86923C05F}"/>
          </ac:spMkLst>
        </pc:spChg>
        <pc:spChg chg="del">
          <ac:chgData name="Douwe Ravers" userId="c8d85bf50e360dd6" providerId="LiveId" clId="{581F2EE1-DDE8-4C81-8886-E39EC1CD3DCF}" dt="2023-05-01T02:06:25.086" v="1959" actId="478"/>
          <ac:spMkLst>
            <pc:docMk/>
            <pc:sldMk cId="120876259" sldId="262"/>
            <ac:spMk id="19" creationId="{9539DEDB-948E-7A0F-5B50-475C0FB3CDA3}"/>
          </ac:spMkLst>
        </pc:spChg>
        <pc:spChg chg="del">
          <ac:chgData name="Douwe Ravers" userId="c8d85bf50e360dd6" providerId="LiveId" clId="{581F2EE1-DDE8-4C81-8886-E39EC1CD3DCF}" dt="2023-05-01T02:06:25.086" v="1959" actId="478"/>
          <ac:spMkLst>
            <pc:docMk/>
            <pc:sldMk cId="120876259" sldId="262"/>
            <ac:spMk id="20" creationId="{6D44D6B4-BFC2-3936-93A7-FC8E38936DEE}"/>
          </ac:spMkLst>
        </pc:spChg>
        <pc:spChg chg="del">
          <ac:chgData name="Douwe Ravers" userId="c8d85bf50e360dd6" providerId="LiveId" clId="{581F2EE1-DDE8-4C81-8886-E39EC1CD3DCF}" dt="2023-05-01T02:06:25.086" v="1959" actId="478"/>
          <ac:spMkLst>
            <pc:docMk/>
            <pc:sldMk cId="120876259" sldId="262"/>
            <ac:spMk id="23" creationId="{2377A15D-E3A8-E7A4-5D0A-A51094752988}"/>
          </ac:spMkLst>
        </pc:spChg>
        <pc:spChg chg="del">
          <ac:chgData name="Douwe Ravers" userId="c8d85bf50e360dd6" providerId="LiveId" clId="{581F2EE1-DDE8-4C81-8886-E39EC1CD3DCF}" dt="2023-05-01T02:06:25.086" v="1959" actId="478"/>
          <ac:spMkLst>
            <pc:docMk/>
            <pc:sldMk cId="120876259" sldId="262"/>
            <ac:spMk id="24" creationId="{16B21408-42CA-5334-7091-03781C6D6441}"/>
          </ac:spMkLst>
        </pc:spChg>
        <pc:spChg chg="mod">
          <ac:chgData name="Douwe Ravers" userId="c8d85bf50e360dd6" providerId="LiveId" clId="{581F2EE1-DDE8-4C81-8886-E39EC1CD3DCF}" dt="2023-05-01T02:09:07.178" v="2018" actId="20577"/>
          <ac:spMkLst>
            <pc:docMk/>
            <pc:sldMk cId="120876259" sldId="262"/>
            <ac:spMk id="26" creationId="{F5E450D6-F9E1-E373-6586-F3054472B830}"/>
          </ac:spMkLst>
        </pc:spChg>
        <pc:spChg chg="mod">
          <ac:chgData name="Douwe Ravers" userId="c8d85bf50e360dd6" providerId="LiveId" clId="{581F2EE1-DDE8-4C81-8886-E39EC1CD3DCF}" dt="2023-05-01T02:07:48.071" v="1985"/>
          <ac:spMkLst>
            <pc:docMk/>
            <pc:sldMk cId="120876259" sldId="262"/>
            <ac:spMk id="30" creationId="{8BE1C929-3DF8-B365-A30D-9717154EAD68}"/>
          </ac:spMkLst>
        </pc:spChg>
        <pc:spChg chg="mod">
          <ac:chgData name="Douwe Ravers" userId="c8d85bf50e360dd6" providerId="LiveId" clId="{581F2EE1-DDE8-4C81-8886-E39EC1CD3DCF}" dt="2023-05-01T02:09:12.498" v="2020" actId="20577"/>
          <ac:spMkLst>
            <pc:docMk/>
            <pc:sldMk cId="120876259" sldId="262"/>
            <ac:spMk id="32" creationId="{E97C4697-4C20-6090-EB8E-43010DF8B29A}"/>
          </ac:spMkLst>
        </pc:spChg>
        <pc:spChg chg="del">
          <ac:chgData name="Douwe Ravers" userId="c8d85bf50e360dd6" providerId="LiveId" clId="{581F2EE1-DDE8-4C81-8886-E39EC1CD3DCF}" dt="2023-05-01T02:06:25.086" v="1959" actId="478"/>
          <ac:spMkLst>
            <pc:docMk/>
            <pc:sldMk cId="120876259" sldId="262"/>
            <ac:spMk id="37" creationId="{696ABA83-FF46-A8B8-F33F-A0429A5AA271}"/>
          </ac:spMkLst>
        </pc:spChg>
        <pc:spChg chg="del">
          <ac:chgData name="Douwe Ravers" userId="c8d85bf50e360dd6" providerId="LiveId" clId="{581F2EE1-DDE8-4C81-8886-E39EC1CD3DCF}" dt="2023-05-01T02:06:27.710" v="1960" actId="478"/>
          <ac:spMkLst>
            <pc:docMk/>
            <pc:sldMk cId="120876259" sldId="262"/>
            <ac:spMk id="38" creationId="{A7BFFFA3-315E-4AE8-4F74-199407118D66}"/>
          </ac:spMkLst>
        </pc:spChg>
        <pc:spChg chg="del">
          <ac:chgData name="Douwe Ravers" userId="c8d85bf50e360dd6" providerId="LiveId" clId="{581F2EE1-DDE8-4C81-8886-E39EC1CD3DCF}" dt="2023-05-01T02:06:25.086" v="1959" actId="478"/>
          <ac:spMkLst>
            <pc:docMk/>
            <pc:sldMk cId="120876259" sldId="262"/>
            <ac:spMk id="40" creationId="{E6C11E82-A403-E713-57C4-06BEB55A0FCC}"/>
          </ac:spMkLst>
        </pc:spChg>
        <pc:spChg chg="mod">
          <ac:chgData name="Douwe Ravers" userId="c8d85bf50e360dd6" providerId="LiveId" clId="{581F2EE1-DDE8-4C81-8886-E39EC1CD3DCF}" dt="2023-05-01T02:07:48.071" v="1985"/>
          <ac:spMkLst>
            <pc:docMk/>
            <pc:sldMk cId="120876259" sldId="262"/>
            <ac:spMk id="42" creationId="{79E8DC33-3420-5B12-1574-B642F6CE921F}"/>
          </ac:spMkLst>
        </pc:spChg>
        <pc:spChg chg="mod">
          <ac:chgData name="Douwe Ravers" userId="c8d85bf50e360dd6" providerId="LiveId" clId="{581F2EE1-DDE8-4C81-8886-E39EC1CD3DCF}" dt="2023-05-01T02:09:14.441" v="2021" actId="20577"/>
          <ac:spMkLst>
            <pc:docMk/>
            <pc:sldMk cId="120876259" sldId="262"/>
            <ac:spMk id="44" creationId="{C865F46F-F790-2149-3677-BBD0BC183B4B}"/>
          </ac:spMkLst>
        </pc:spChg>
        <pc:spChg chg="del">
          <ac:chgData name="Douwe Ravers" userId="c8d85bf50e360dd6" providerId="LiveId" clId="{581F2EE1-DDE8-4C81-8886-E39EC1CD3DCF}" dt="2023-05-01T02:06:25.086" v="1959" actId="478"/>
          <ac:spMkLst>
            <pc:docMk/>
            <pc:sldMk cId="120876259" sldId="262"/>
            <ac:spMk id="46" creationId="{5AF56E79-28C4-370A-1132-33A9826AB7F5}"/>
          </ac:spMkLst>
        </pc:spChg>
        <pc:spChg chg="mod">
          <ac:chgData name="Douwe Ravers" userId="c8d85bf50e360dd6" providerId="LiveId" clId="{581F2EE1-DDE8-4C81-8886-E39EC1CD3DCF}" dt="2023-05-01T02:08:05.927" v="1988"/>
          <ac:spMkLst>
            <pc:docMk/>
            <pc:sldMk cId="120876259" sldId="262"/>
            <ac:spMk id="48" creationId="{96B898E1-BF62-6C95-7C5A-F6745E3BEC78}"/>
          </ac:spMkLst>
        </pc:spChg>
        <pc:spChg chg="mod">
          <ac:chgData name="Douwe Ravers" userId="c8d85bf50e360dd6" providerId="LiveId" clId="{581F2EE1-DDE8-4C81-8886-E39EC1CD3DCF}" dt="2023-05-01T02:08:47.941" v="2007" actId="113"/>
          <ac:spMkLst>
            <pc:docMk/>
            <pc:sldMk cId="120876259" sldId="262"/>
            <ac:spMk id="49" creationId="{18159877-57B6-D1E6-B23E-B328EDDA414D}"/>
          </ac:spMkLst>
        </pc:spChg>
        <pc:spChg chg="add del mod">
          <ac:chgData name="Douwe Ravers" userId="c8d85bf50e360dd6" providerId="LiveId" clId="{581F2EE1-DDE8-4C81-8886-E39EC1CD3DCF}" dt="2023-05-01T02:11:27.213" v="2066" actId="478"/>
          <ac:spMkLst>
            <pc:docMk/>
            <pc:sldMk cId="120876259" sldId="262"/>
            <ac:spMk id="53" creationId="{3E9CFC54-6ADC-4850-6969-D60EA0129553}"/>
          </ac:spMkLst>
        </pc:spChg>
        <pc:spChg chg="mod">
          <ac:chgData name="Douwe Ravers" userId="c8d85bf50e360dd6" providerId="LiveId" clId="{581F2EE1-DDE8-4C81-8886-E39EC1CD3DCF}" dt="2023-05-01T02:14:05.836" v="2098"/>
          <ac:spMkLst>
            <pc:docMk/>
            <pc:sldMk cId="120876259" sldId="262"/>
            <ac:spMk id="59" creationId="{F1FA7974-891A-9093-6D2A-2E0F14F893F4}"/>
          </ac:spMkLst>
        </pc:spChg>
        <pc:spChg chg="mod">
          <ac:chgData name="Douwe Ravers" userId="c8d85bf50e360dd6" providerId="LiveId" clId="{581F2EE1-DDE8-4C81-8886-E39EC1CD3DCF}" dt="2023-05-01T02:14:10.084" v="2105" actId="20577"/>
          <ac:spMkLst>
            <pc:docMk/>
            <pc:sldMk cId="120876259" sldId="262"/>
            <ac:spMk id="60" creationId="{22C8D6A7-FBB2-2345-CBC7-EAB03D8C140F}"/>
          </ac:spMkLst>
        </pc:spChg>
        <pc:spChg chg="mod">
          <ac:chgData name="Douwe Ravers" userId="c8d85bf50e360dd6" providerId="LiveId" clId="{581F2EE1-DDE8-4C81-8886-E39EC1CD3DCF}" dt="2023-05-01T02:14:20.067" v="2108"/>
          <ac:spMkLst>
            <pc:docMk/>
            <pc:sldMk cId="120876259" sldId="262"/>
            <ac:spMk id="62" creationId="{AAE5F5D0-15E8-EB3E-D4CE-F49BAEC95E9D}"/>
          </ac:spMkLst>
        </pc:spChg>
        <pc:spChg chg="mod">
          <ac:chgData name="Douwe Ravers" userId="c8d85bf50e360dd6" providerId="LiveId" clId="{581F2EE1-DDE8-4C81-8886-E39EC1CD3DCF}" dt="2023-05-01T02:14:24.472" v="2114" actId="20577"/>
          <ac:spMkLst>
            <pc:docMk/>
            <pc:sldMk cId="120876259" sldId="262"/>
            <ac:spMk id="63" creationId="{F0AD0AD1-8B31-15E1-5DD0-10578A72AD67}"/>
          </ac:spMkLst>
        </pc:spChg>
        <pc:spChg chg="mod">
          <ac:chgData name="Douwe Ravers" userId="c8d85bf50e360dd6" providerId="LiveId" clId="{581F2EE1-DDE8-4C81-8886-E39EC1CD3DCF}" dt="2023-05-01T02:15:47.432" v="2135"/>
          <ac:spMkLst>
            <pc:docMk/>
            <pc:sldMk cId="120876259" sldId="262"/>
            <ac:spMk id="71" creationId="{52A18678-8D00-458B-ABB0-A1ADAA67487D}"/>
          </ac:spMkLst>
        </pc:spChg>
        <pc:spChg chg="mod">
          <ac:chgData name="Douwe Ravers" userId="c8d85bf50e360dd6" providerId="LiveId" clId="{581F2EE1-DDE8-4C81-8886-E39EC1CD3DCF}" dt="2023-05-01T02:16:10.293" v="2144" actId="20577"/>
          <ac:spMkLst>
            <pc:docMk/>
            <pc:sldMk cId="120876259" sldId="262"/>
            <ac:spMk id="72" creationId="{F8D83813-6B4C-BBE4-BADA-B058FFF59DFF}"/>
          </ac:spMkLst>
        </pc:spChg>
        <pc:spChg chg="mod">
          <ac:chgData name="Douwe Ravers" userId="c8d85bf50e360dd6" providerId="LiveId" clId="{581F2EE1-DDE8-4C81-8886-E39EC1CD3DCF}" dt="2023-05-01T02:15:51.256" v="2137"/>
          <ac:spMkLst>
            <pc:docMk/>
            <pc:sldMk cId="120876259" sldId="262"/>
            <ac:spMk id="74" creationId="{1A117355-58F1-0209-2067-48C2F6FE5E14}"/>
          </ac:spMkLst>
        </pc:spChg>
        <pc:spChg chg="mod">
          <ac:chgData name="Douwe Ravers" userId="c8d85bf50e360dd6" providerId="LiveId" clId="{581F2EE1-DDE8-4C81-8886-E39EC1CD3DCF}" dt="2023-05-01T02:16:25.628" v="2147" actId="255"/>
          <ac:spMkLst>
            <pc:docMk/>
            <pc:sldMk cId="120876259" sldId="262"/>
            <ac:spMk id="75" creationId="{66EF9B27-5B3F-95C5-11B9-3307E958234E}"/>
          </ac:spMkLst>
        </pc:spChg>
        <pc:spChg chg="mod">
          <ac:chgData name="Douwe Ravers" userId="c8d85bf50e360dd6" providerId="LiveId" clId="{581F2EE1-DDE8-4C81-8886-E39EC1CD3DCF}" dt="2023-05-01T02:16:36.521" v="2149"/>
          <ac:spMkLst>
            <pc:docMk/>
            <pc:sldMk cId="120876259" sldId="262"/>
            <ac:spMk id="80" creationId="{C6E64D04-C6AC-56CF-8290-6BD3DC937062}"/>
          </ac:spMkLst>
        </pc:spChg>
        <pc:spChg chg="mod">
          <ac:chgData name="Douwe Ravers" userId="c8d85bf50e360dd6" providerId="LiveId" clId="{581F2EE1-DDE8-4C81-8886-E39EC1CD3DCF}" dt="2023-05-01T02:17:13.842" v="2163" actId="20577"/>
          <ac:spMkLst>
            <pc:docMk/>
            <pc:sldMk cId="120876259" sldId="262"/>
            <ac:spMk id="81" creationId="{DC834460-4B2B-5C09-55A4-8294127D7FBA}"/>
          </ac:spMkLst>
        </pc:spChg>
        <pc:spChg chg="mod">
          <ac:chgData name="Douwe Ravers" userId="c8d85bf50e360dd6" providerId="LiveId" clId="{581F2EE1-DDE8-4C81-8886-E39EC1CD3DCF}" dt="2023-05-01T02:16:36.521" v="2149"/>
          <ac:spMkLst>
            <pc:docMk/>
            <pc:sldMk cId="120876259" sldId="262"/>
            <ac:spMk id="83" creationId="{8F61F13C-5439-8014-73A4-BE7080BE3ECC}"/>
          </ac:spMkLst>
        </pc:spChg>
        <pc:spChg chg="mod">
          <ac:chgData name="Douwe Ravers" userId="c8d85bf50e360dd6" providerId="LiveId" clId="{581F2EE1-DDE8-4C81-8886-E39EC1CD3DCF}" dt="2023-05-01T02:16:55.843" v="2157" actId="20577"/>
          <ac:spMkLst>
            <pc:docMk/>
            <pc:sldMk cId="120876259" sldId="262"/>
            <ac:spMk id="84" creationId="{6BE653C7-702B-76BB-AF95-9D2699314FB5}"/>
          </ac:spMkLst>
        </pc:spChg>
        <pc:spChg chg="mod">
          <ac:chgData name="Douwe Ravers" userId="c8d85bf50e360dd6" providerId="LiveId" clId="{581F2EE1-DDE8-4C81-8886-E39EC1CD3DCF}" dt="2023-05-01T02:17:07.166" v="2160"/>
          <ac:spMkLst>
            <pc:docMk/>
            <pc:sldMk cId="120876259" sldId="262"/>
            <ac:spMk id="89" creationId="{E734010D-71FF-F4F0-B734-FF316E068AA5}"/>
          </ac:spMkLst>
        </pc:spChg>
        <pc:spChg chg="mod">
          <ac:chgData name="Douwe Ravers" userId="c8d85bf50e360dd6" providerId="LiveId" clId="{581F2EE1-DDE8-4C81-8886-E39EC1CD3DCF}" dt="2023-05-01T02:17:07.166" v="2160"/>
          <ac:spMkLst>
            <pc:docMk/>
            <pc:sldMk cId="120876259" sldId="262"/>
            <ac:spMk id="90" creationId="{6C4FD06B-A4AD-7E7D-9ED2-0F5F0FB5B82B}"/>
          </ac:spMkLst>
        </pc:spChg>
        <pc:grpChg chg="add mod ord">
          <ac:chgData name="Douwe Ravers" userId="c8d85bf50e360dd6" providerId="LiveId" clId="{581F2EE1-DDE8-4C81-8886-E39EC1CD3DCF}" dt="2023-05-01T02:13:38.878" v="2089" actId="1076"/>
          <ac:grpSpMkLst>
            <pc:docMk/>
            <pc:sldMk cId="120876259" sldId="262"/>
            <ac:grpSpMk id="8" creationId="{E6E8C8D8-9190-1DF1-4BC7-B7F53D6C2CD2}"/>
          </ac:grpSpMkLst>
        </pc:grpChg>
        <pc:grpChg chg="add mod">
          <ac:chgData name="Douwe Ravers" userId="c8d85bf50e360dd6" providerId="LiveId" clId="{581F2EE1-DDE8-4C81-8886-E39EC1CD3DCF}" dt="2023-05-01T02:13:36.159" v="2088" actId="1076"/>
          <ac:grpSpMkLst>
            <pc:docMk/>
            <pc:sldMk cId="120876259" sldId="262"/>
            <ac:grpSpMk id="9" creationId="{D6DCCAA1-E1FD-1083-9D3F-1C3CE51AF952}"/>
          </ac:grpSpMkLst>
        </pc:grpChg>
        <pc:grpChg chg="add del mod">
          <ac:chgData name="Douwe Ravers" userId="c8d85bf50e360dd6" providerId="LiveId" clId="{581F2EE1-DDE8-4C81-8886-E39EC1CD3DCF}" dt="2023-05-01T02:09:38.561" v="2029" actId="478"/>
          <ac:grpSpMkLst>
            <pc:docMk/>
            <pc:sldMk cId="120876259" sldId="262"/>
            <ac:grpSpMk id="12" creationId="{123038F9-4EAB-A86D-217D-52242FE5A985}"/>
          </ac:grpSpMkLst>
        </pc:grpChg>
        <pc:grpChg chg="add del mod">
          <ac:chgData name="Douwe Ravers" userId="c8d85bf50e360dd6" providerId="LiveId" clId="{581F2EE1-DDE8-4C81-8886-E39EC1CD3DCF}" dt="2023-05-01T02:09:35.776" v="2026" actId="478"/>
          <ac:grpSpMkLst>
            <pc:docMk/>
            <pc:sldMk cId="120876259" sldId="262"/>
            <ac:grpSpMk id="15" creationId="{9E964F6D-7D99-AF61-A4D1-D763EDA0A42D}"/>
          </ac:grpSpMkLst>
        </pc:grpChg>
        <pc:grpChg chg="add del mod">
          <ac:chgData name="Douwe Ravers" userId="c8d85bf50e360dd6" providerId="LiveId" clId="{581F2EE1-DDE8-4C81-8886-E39EC1CD3DCF}" dt="2023-05-01T02:09:37.816" v="2028" actId="478"/>
          <ac:grpSpMkLst>
            <pc:docMk/>
            <pc:sldMk cId="120876259" sldId="262"/>
            <ac:grpSpMk id="28" creationId="{D602D6C1-EA6C-5CE2-850E-2C703732EDE5}"/>
          </ac:grpSpMkLst>
        </pc:grpChg>
        <pc:grpChg chg="add del mod">
          <ac:chgData name="Douwe Ravers" userId="c8d85bf50e360dd6" providerId="LiveId" clId="{581F2EE1-DDE8-4C81-8886-E39EC1CD3DCF}" dt="2023-05-01T02:09:36.736" v="2027" actId="478"/>
          <ac:grpSpMkLst>
            <pc:docMk/>
            <pc:sldMk cId="120876259" sldId="262"/>
            <ac:grpSpMk id="34" creationId="{60B816E5-7F81-BA47-8719-2F10E0B0A3D2}"/>
          </ac:grpSpMkLst>
        </pc:grpChg>
        <pc:grpChg chg="del">
          <ac:chgData name="Douwe Ravers" userId="c8d85bf50e360dd6" providerId="LiveId" clId="{581F2EE1-DDE8-4C81-8886-E39EC1CD3DCF}" dt="2023-05-01T02:06:25.086" v="1959" actId="478"/>
          <ac:grpSpMkLst>
            <pc:docMk/>
            <pc:sldMk cId="120876259" sldId="262"/>
            <ac:grpSpMk id="36" creationId="{30512300-A14C-2060-0DC1-9130EA75E369}"/>
          </ac:grpSpMkLst>
        </pc:grpChg>
        <pc:grpChg chg="add del mod">
          <ac:chgData name="Douwe Ravers" userId="c8d85bf50e360dd6" providerId="LiveId" clId="{581F2EE1-DDE8-4C81-8886-E39EC1CD3DCF}" dt="2023-05-01T02:13:49.472" v="2092" actId="478"/>
          <ac:grpSpMkLst>
            <pc:docMk/>
            <pc:sldMk cId="120876259" sldId="262"/>
            <ac:grpSpMk id="47" creationId="{986C0D1B-5BB0-F5D8-D975-1C0C1C4C0F0D}"/>
          </ac:grpSpMkLst>
        </pc:grpChg>
        <pc:grpChg chg="add mod">
          <ac:chgData name="Douwe Ravers" userId="c8d85bf50e360dd6" providerId="LiveId" clId="{581F2EE1-DDE8-4C81-8886-E39EC1CD3DCF}" dt="2023-05-01T02:14:18.991" v="2107" actId="1076"/>
          <ac:grpSpMkLst>
            <pc:docMk/>
            <pc:sldMk cId="120876259" sldId="262"/>
            <ac:grpSpMk id="58" creationId="{61973827-0884-AA99-B93D-BB72BE57D3D1}"/>
          </ac:grpSpMkLst>
        </pc:grpChg>
        <pc:grpChg chg="add mod">
          <ac:chgData name="Douwe Ravers" userId="c8d85bf50e360dd6" providerId="LiveId" clId="{581F2EE1-DDE8-4C81-8886-E39EC1CD3DCF}" dt="2023-05-01T02:14:22.578" v="2109" actId="1076"/>
          <ac:grpSpMkLst>
            <pc:docMk/>
            <pc:sldMk cId="120876259" sldId="262"/>
            <ac:grpSpMk id="61" creationId="{5E0467A6-1E28-CFEF-F459-F3C08C9372C2}"/>
          </ac:grpSpMkLst>
        </pc:grpChg>
        <pc:grpChg chg="add mod">
          <ac:chgData name="Douwe Ravers" userId="c8d85bf50e360dd6" providerId="LiveId" clId="{581F2EE1-DDE8-4C81-8886-E39EC1CD3DCF}" dt="2023-05-01T02:16:41.885" v="2151" actId="1076"/>
          <ac:grpSpMkLst>
            <pc:docMk/>
            <pc:sldMk cId="120876259" sldId="262"/>
            <ac:grpSpMk id="70" creationId="{34128D05-3152-D6B2-77F5-1E7F934D87CD}"/>
          </ac:grpSpMkLst>
        </pc:grpChg>
        <pc:grpChg chg="add mod">
          <ac:chgData name="Douwe Ravers" userId="c8d85bf50e360dd6" providerId="LiveId" clId="{581F2EE1-DDE8-4C81-8886-E39EC1CD3DCF}" dt="2023-05-01T02:16:35.607" v="2148" actId="1076"/>
          <ac:grpSpMkLst>
            <pc:docMk/>
            <pc:sldMk cId="120876259" sldId="262"/>
            <ac:grpSpMk id="73" creationId="{C5D83871-C6C1-31FC-DBAB-92B696756343}"/>
          </ac:grpSpMkLst>
        </pc:grpChg>
        <pc:grpChg chg="add del mod">
          <ac:chgData name="Douwe Ravers" userId="c8d85bf50e360dd6" providerId="LiveId" clId="{581F2EE1-DDE8-4C81-8886-E39EC1CD3DCF}" dt="2023-05-01T02:17:16.827" v="2165" actId="478"/>
          <ac:grpSpMkLst>
            <pc:docMk/>
            <pc:sldMk cId="120876259" sldId="262"/>
            <ac:grpSpMk id="79" creationId="{E7FAF1FC-C6F5-0FE0-DA2D-B6A2B3EF89C8}"/>
          </ac:grpSpMkLst>
        </pc:grpChg>
        <pc:grpChg chg="add mod">
          <ac:chgData name="Douwe Ravers" userId="c8d85bf50e360dd6" providerId="LiveId" clId="{581F2EE1-DDE8-4C81-8886-E39EC1CD3DCF}" dt="2023-05-01T02:16:39.288" v="2150" actId="1076"/>
          <ac:grpSpMkLst>
            <pc:docMk/>
            <pc:sldMk cId="120876259" sldId="262"/>
            <ac:grpSpMk id="82" creationId="{D9FC0811-BDCF-BC42-0F8E-87C5E752EE99}"/>
          </ac:grpSpMkLst>
        </pc:grpChg>
        <pc:grpChg chg="add del mod">
          <ac:chgData name="Douwe Ravers" userId="c8d85bf50e360dd6" providerId="LiveId" clId="{581F2EE1-DDE8-4C81-8886-E39EC1CD3DCF}" dt="2023-05-01T02:17:09.140" v="2161"/>
          <ac:grpSpMkLst>
            <pc:docMk/>
            <pc:sldMk cId="120876259" sldId="262"/>
            <ac:grpSpMk id="88" creationId="{CB33BE8D-05BA-C2AC-9504-B992C88055F5}"/>
          </ac:grpSpMkLst>
        </pc:grpChg>
        <pc:picChg chg="del">
          <ac:chgData name="Douwe Ravers" userId="c8d85bf50e360dd6" providerId="LiveId" clId="{581F2EE1-DDE8-4C81-8886-E39EC1CD3DCF}" dt="2023-05-01T02:06:25.086" v="1959" actId="478"/>
          <ac:picMkLst>
            <pc:docMk/>
            <pc:sldMk cId="120876259" sldId="262"/>
            <ac:picMk id="4" creationId="{C5B7A151-0943-9407-8E7E-F275595CD0C2}"/>
          </ac:picMkLst>
        </pc:picChg>
        <pc:picChg chg="del">
          <ac:chgData name="Douwe Ravers" userId="c8d85bf50e360dd6" providerId="LiveId" clId="{581F2EE1-DDE8-4C81-8886-E39EC1CD3DCF}" dt="2023-05-01T02:06:25.086" v="1959" actId="478"/>
          <ac:picMkLst>
            <pc:docMk/>
            <pc:sldMk cId="120876259" sldId="262"/>
            <ac:picMk id="18" creationId="{F838B353-E5D1-9956-5403-2649661A9B4C}"/>
          </ac:picMkLst>
        </pc:picChg>
        <pc:picChg chg="del">
          <ac:chgData name="Douwe Ravers" userId="c8d85bf50e360dd6" providerId="LiveId" clId="{581F2EE1-DDE8-4C81-8886-E39EC1CD3DCF}" dt="2023-05-01T02:06:25.086" v="1959" actId="478"/>
          <ac:picMkLst>
            <pc:docMk/>
            <pc:sldMk cId="120876259" sldId="262"/>
            <ac:picMk id="21" creationId="{BC46C399-87A0-575E-DDF0-29894527EC8B}"/>
          </ac:picMkLst>
        </pc:picChg>
        <pc:picChg chg="del">
          <ac:chgData name="Douwe Ravers" userId="c8d85bf50e360dd6" providerId="LiveId" clId="{581F2EE1-DDE8-4C81-8886-E39EC1CD3DCF}" dt="2023-05-01T02:06:25.086" v="1959" actId="478"/>
          <ac:picMkLst>
            <pc:docMk/>
            <pc:sldMk cId="120876259" sldId="262"/>
            <ac:picMk id="22" creationId="{E4640686-8CB2-15AB-7A48-65F08C391017}"/>
          </ac:picMkLst>
        </pc:picChg>
        <pc:picChg chg="del">
          <ac:chgData name="Douwe Ravers" userId="c8d85bf50e360dd6" providerId="LiveId" clId="{581F2EE1-DDE8-4C81-8886-E39EC1CD3DCF}" dt="2023-05-01T02:06:25.086" v="1959" actId="478"/>
          <ac:picMkLst>
            <pc:docMk/>
            <pc:sldMk cId="120876259" sldId="262"/>
            <ac:picMk id="25" creationId="{D923FA94-9B33-B561-BC60-740106D126E6}"/>
          </ac:picMkLst>
        </pc:picChg>
        <pc:picChg chg="del">
          <ac:chgData name="Douwe Ravers" userId="c8d85bf50e360dd6" providerId="LiveId" clId="{581F2EE1-DDE8-4C81-8886-E39EC1CD3DCF}" dt="2023-05-01T02:06:25.086" v="1959" actId="478"/>
          <ac:picMkLst>
            <pc:docMk/>
            <pc:sldMk cId="120876259" sldId="262"/>
            <ac:picMk id="39" creationId="{9D4C5513-36E0-B20B-8D7C-B4714DF52859}"/>
          </ac:picMkLst>
        </pc:picChg>
        <pc:picChg chg="del">
          <ac:chgData name="Douwe Ravers" userId="c8d85bf50e360dd6" providerId="LiveId" clId="{581F2EE1-DDE8-4C81-8886-E39EC1CD3DCF}" dt="2023-05-01T02:06:27.710" v="1960" actId="478"/>
          <ac:picMkLst>
            <pc:docMk/>
            <pc:sldMk cId="120876259" sldId="262"/>
            <ac:picMk id="41" creationId="{E6D99BDE-D6FC-27CF-1612-C8B1714D3902}"/>
          </ac:picMkLst>
        </pc:picChg>
        <pc:picChg chg="del">
          <ac:chgData name="Douwe Ravers" userId="c8d85bf50e360dd6" providerId="LiveId" clId="{581F2EE1-DDE8-4C81-8886-E39EC1CD3DCF}" dt="2023-05-01T02:06:25.086" v="1959" actId="478"/>
          <ac:picMkLst>
            <pc:docMk/>
            <pc:sldMk cId="120876259" sldId="262"/>
            <ac:picMk id="43" creationId="{1013201F-8EEE-F2A9-3BDF-DC0141B8A312}"/>
          </ac:picMkLst>
        </pc:picChg>
        <pc:picChg chg="del">
          <ac:chgData name="Douwe Ravers" userId="c8d85bf50e360dd6" providerId="LiveId" clId="{581F2EE1-DDE8-4C81-8886-E39EC1CD3DCF}" dt="2023-05-01T02:06:25.086" v="1959" actId="478"/>
          <ac:picMkLst>
            <pc:docMk/>
            <pc:sldMk cId="120876259" sldId="262"/>
            <ac:picMk id="45" creationId="{11206812-EF56-C729-1C31-8A94929B2958}"/>
          </ac:picMkLst>
        </pc:picChg>
        <pc:picChg chg="add del mod">
          <ac:chgData name="Douwe Ravers" userId="c8d85bf50e360dd6" providerId="LiveId" clId="{581F2EE1-DDE8-4C81-8886-E39EC1CD3DCF}" dt="2023-05-01T02:13:05.281" v="2076" actId="478"/>
          <ac:picMkLst>
            <pc:docMk/>
            <pc:sldMk cId="120876259" sldId="262"/>
            <ac:picMk id="50" creationId="{55FC95BE-D445-8BC4-5F61-1AE117100E24}"/>
          </ac:picMkLst>
        </pc:picChg>
        <pc:picChg chg="add mod ord">
          <ac:chgData name="Douwe Ravers" userId="c8d85bf50e360dd6" providerId="LiveId" clId="{581F2EE1-DDE8-4C81-8886-E39EC1CD3DCF}" dt="2023-05-01T02:14:45.138" v="2119" actId="1076"/>
          <ac:picMkLst>
            <pc:docMk/>
            <pc:sldMk cId="120876259" sldId="262"/>
            <ac:picMk id="52" creationId="{8F28D28A-9052-D75D-7B3E-A095F75EA1F1}"/>
          </ac:picMkLst>
        </pc:picChg>
        <pc:picChg chg="add mod">
          <ac:chgData name="Douwe Ravers" userId="c8d85bf50e360dd6" providerId="LiveId" clId="{581F2EE1-DDE8-4C81-8886-E39EC1CD3DCF}" dt="2023-05-01T02:13:09.923" v="2077" actId="1076"/>
          <ac:picMkLst>
            <pc:docMk/>
            <pc:sldMk cId="120876259" sldId="262"/>
            <ac:picMk id="55" creationId="{07A8B345-EF2E-C528-6C69-8C445F9F85A7}"/>
          </ac:picMkLst>
        </pc:picChg>
        <pc:picChg chg="add mod">
          <ac:chgData name="Douwe Ravers" userId="c8d85bf50e360dd6" providerId="LiveId" clId="{581F2EE1-DDE8-4C81-8886-E39EC1CD3DCF}" dt="2023-05-01T02:13:56.338" v="2093" actId="1076"/>
          <ac:picMkLst>
            <pc:docMk/>
            <pc:sldMk cId="120876259" sldId="262"/>
            <ac:picMk id="56" creationId="{26FD961C-0135-9360-B979-07F01C3E96EC}"/>
          </ac:picMkLst>
        </pc:picChg>
        <pc:picChg chg="add mod">
          <ac:chgData name="Douwe Ravers" userId="c8d85bf50e360dd6" providerId="LiveId" clId="{581F2EE1-DDE8-4C81-8886-E39EC1CD3DCF}" dt="2023-05-01T02:14:03.951" v="2097" actId="1076"/>
          <ac:picMkLst>
            <pc:docMk/>
            <pc:sldMk cId="120876259" sldId="262"/>
            <ac:picMk id="57" creationId="{9DB188B0-B8F8-E7A4-1764-39B7C608F6D9}"/>
          </ac:picMkLst>
        </pc:picChg>
        <pc:picChg chg="add mod">
          <ac:chgData name="Douwe Ravers" userId="c8d85bf50e360dd6" providerId="LiveId" clId="{581F2EE1-DDE8-4C81-8886-E39EC1CD3DCF}" dt="2023-05-01T02:16:35.607" v="2148" actId="1076"/>
          <ac:picMkLst>
            <pc:docMk/>
            <pc:sldMk cId="120876259" sldId="262"/>
            <ac:picMk id="64" creationId="{87798E28-C550-0DDC-3C1B-234DC2BC7422}"/>
          </ac:picMkLst>
        </pc:picChg>
        <pc:picChg chg="add mod">
          <ac:chgData name="Douwe Ravers" userId="c8d85bf50e360dd6" providerId="LiveId" clId="{581F2EE1-DDE8-4C81-8886-E39EC1CD3DCF}" dt="2023-05-01T02:14:55.760" v="2122" actId="1076"/>
          <ac:picMkLst>
            <pc:docMk/>
            <pc:sldMk cId="120876259" sldId="262"/>
            <ac:picMk id="65" creationId="{5031FFF6-7AB0-DBD2-1AD6-1983549EAF06}"/>
          </ac:picMkLst>
        </pc:picChg>
        <pc:picChg chg="add mod">
          <ac:chgData name="Douwe Ravers" userId="c8d85bf50e360dd6" providerId="LiveId" clId="{581F2EE1-DDE8-4C81-8886-E39EC1CD3DCF}" dt="2023-05-01T02:15:05.993" v="2125" actId="1076"/>
          <ac:picMkLst>
            <pc:docMk/>
            <pc:sldMk cId="120876259" sldId="262"/>
            <ac:picMk id="66" creationId="{36F0A75B-50BD-DBFE-A851-78060824913C}"/>
          </ac:picMkLst>
        </pc:picChg>
        <pc:picChg chg="add mod">
          <ac:chgData name="Douwe Ravers" userId="c8d85bf50e360dd6" providerId="LiveId" clId="{581F2EE1-DDE8-4C81-8886-E39EC1CD3DCF}" dt="2023-05-01T02:16:35.607" v="2148" actId="1076"/>
          <ac:picMkLst>
            <pc:docMk/>
            <pc:sldMk cId="120876259" sldId="262"/>
            <ac:picMk id="68" creationId="{7BD80AD5-B85B-7BB8-304A-98A90E2294FA}"/>
          </ac:picMkLst>
        </pc:picChg>
        <pc:picChg chg="add mod">
          <ac:chgData name="Douwe Ravers" userId="c8d85bf50e360dd6" providerId="LiveId" clId="{581F2EE1-DDE8-4C81-8886-E39EC1CD3DCF}" dt="2023-05-01T02:16:35.607" v="2148" actId="1076"/>
          <ac:picMkLst>
            <pc:docMk/>
            <pc:sldMk cId="120876259" sldId="262"/>
            <ac:picMk id="69" creationId="{8330DDE4-9FEA-D48B-6781-2D67E1C61265}"/>
          </ac:picMkLst>
        </pc:picChg>
        <pc:picChg chg="add mod">
          <ac:chgData name="Douwe Ravers" userId="c8d85bf50e360dd6" providerId="LiveId" clId="{581F2EE1-DDE8-4C81-8886-E39EC1CD3DCF}" dt="2023-05-01T02:16:39.288" v="2150" actId="1076"/>
          <ac:picMkLst>
            <pc:docMk/>
            <pc:sldMk cId="120876259" sldId="262"/>
            <ac:picMk id="76" creationId="{5D0FE51C-3F96-1C3B-43E2-E61E7BB685DB}"/>
          </ac:picMkLst>
        </pc:picChg>
        <pc:picChg chg="add del mod">
          <ac:chgData name="Douwe Ravers" userId="c8d85bf50e360dd6" providerId="LiveId" clId="{581F2EE1-DDE8-4C81-8886-E39EC1CD3DCF}" dt="2023-05-01T02:16:48.195" v="2154" actId="478"/>
          <ac:picMkLst>
            <pc:docMk/>
            <pc:sldMk cId="120876259" sldId="262"/>
            <ac:picMk id="77" creationId="{AC1F6F5B-9582-1863-EB0E-CC3AB9FE86DA}"/>
          </ac:picMkLst>
        </pc:picChg>
        <pc:picChg chg="add del mod">
          <ac:chgData name="Douwe Ravers" userId="c8d85bf50e360dd6" providerId="LiveId" clId="{581F2EE1-DDE8-4C81-8886-E39EC1CD3DCF}" dt="2023-05-01T02:16:46.867" v="2153" actId="478"/>
          <ac:picMkLst>
            <pc:docMk/>
            <pc:sldMk cId="120876259" sldId="262"/>
            <ac:picMk id="78" creationId="{69BBFDED-3796-8AEB-DD91-A453F800ADDE}"/>
          </ac:picMkLst>
        </pc:picChg>
        <pc:picChg chg="add mod">
          <ac:chgData name="Douwe Ravers" userId="c8d85bf50e360dd6" providerId="LiveId" clId="{581F2EE1-DDE8-4C81-8886-E39EC1CD3DCF}" dt="2023-05-01T02:16:53.903" v="2156" actId="1076"/>
          <ac:picMkLst>
            <pc:docMk/>
            <pc:sldMk cId="120876259" sldId="262"/>
            <ac:picMk id="85" creationId="{E2A9E910-5FD3-2182-5DE3-98B3D793B766}"/>
          </ac:picMkLst>
        </pc:picChg>
        <pc:picChg chg="add mod">
          <ac:chgData name="Douwe Ravers" userId="c8d85bf50e360dd6" providerId="LiveId" clId="{581F2EE1-DDE8-4C81-8886-E39EC1CD3DCF}" dt="2023-05-01T02:16:53.903" v="2156" actId="1076"/>
          <ac:picMkLst>
            <pc:docMk/>
            <pc:sldMk cId="120876259" sldId="262"/>
            <ac:picMk id="86" creationId="{4970C3D1-FEDB-8BF7-604D-B463C5488122}"/>
          </ac:picMkLst>
        </pc:picChg>
        <pc:picChg chg="add del mod">
          <ac:chgData name="Douwe Ravers" userId="c8d85bf50e360dd6" providerId="LiveId" clId="{581F2EE1-DDE8-4C81-8886-E39EC1CD3DCF}" dt="2023-05-01T02:17:09.140" v="2161"/>
          <ac:picMkLst>
            <pc:docMk/>
            <pc:sldMk cId="120876259" sldId="262"/>
            <ac:picMk id="87" creationId="{9EDC7B1F-032E-FCB1-467F-4AE5EEB1B010}"/>
          </ac:picMkLst>
        </pc:picChg>
      </pc:sldChg>
      <pc:sldChg chg="modSp add mod ord">
        <pc:chgData name="Douwe Ravers" userId="c8d85bf50e360dd6" providerId="LiveId" clId="{581F2EE1-DDE8-4C81-8886-E39EC1CD3DCF}" dt="2023-05-01T02:19:49.497" v="2209"/>
        <pc:sldMkLst>
          <pc:docMk/>
          <pc:sldMk cId="2102838215" sldId="263"/>
        </pc:sldMkLst>
        <pc:spChg chg="mod">
          <ac:chgData name="Douwe Ravers" userId="c8d85bf50e360dd6" providerId="LiveId" clId="{581F2EE1-DDE8-4C81-8886-E39EC1CD3DCF}" dt="2023-05-01T02:19:44.086" v="2207" actId="20577"/>
          <ac:spMkLst>
            <pc:docMk/>
            <pc:sldMk cId="2102838215" sldId="263"/>
            <ac:spMk id="16" creationId="{3F3DD1B3-A258-09E7-BD25-DC226463AB84}"/>
          </ac:spMkLst>
        </pc:spChg>
        <pc:spChg chg="mod">
          <ac:chgData name="Douwe Ravers" userId="c8d85bf50e360dd6" providerId="LiveId" clId="{581F2EE1-DDE8-4C81-8886-E39EC1CD3DCF}" dt="2023-05-01T02:19:21.726" v="2193" actId="20577"/>
          <ac:spMkLst>
            <pc:docMk/>
            <pc:sldMk cId="2102838215" sldId="263"/>
            <ac:spMk id="27" creationId="{9E7FEB4B-8C21-7BC1-637A-85DA14D9DCAD}"/>
          </ac:spMkLst>
        </pc:spChg>
        <pc:spChg chg="mod">
          <ac:chgData name="Douwe Ravers" userId="c8d85bf50e360dd6" providerId="LiveId" clId="{581F2EE1-DDE8-4C81-8886-E39EC1CD3DCF}" dt="2023-05-01T02:19:28.278" v="2199" actId="20577"/>
          <ac:spMkLst>
            <pc:docMk/>
            <pc:sldMk cId="2102838215" sldId="263"/>
            <ac:spMk id="31" creationId="{68159FC1-D87C-3201-A944-B9132F05CC85}"/>
          </ac:spMkLst>
        </pc:spChg>
      </pc:sldChg>
      <pc:sldChg chg="addSp delSp modSp add mod">
        <pc:chgData name="Douwe Ravers" userId="c8d85bf50e360dd6" providerId="LiveId" clId="{581F2EE1-DDE8-4C81-8886-E39EC1CD3DCF}" dt="2023-05-01T02:34:02.139" v="2695" actId="20577"/>
        <pc:sldMkLst>
          <pc:docMk/>
          <pc:sldMk cId="3973355849" sldId="264"/>
        </pc:sldMkLst>
        <pc:spChg chg="add mod">
          <ac:chgData name="Douwe Ravers" userId="c8d85bf50e360dd6" providerId="LiveId" clId="{581F2EE1-DDE8-4C81-8886-E39EC1CD3DCF}" dt="2023-05-01T02:30:12.089" v="2569" actId="14100"/>
          <ac:spMkLst>
            <pc:docMk/>
            <pc:sldMk cId="3973355849" sldId="264"/>
            <ac:spMk id="6" creationId="{ED418043-F533-AA21-C31D-C58E4671A37B}"/>
          </ac:spMkLst>
        </pc:spChg>
        <pc:spChg chg="mod">
          <ac:chgData name="Douwe Ravers" userId="c8d85bf50e360dd6" providerId="LiveId" clId="{581F2EE1-DDE8-4C81-8886-E39EC1CD3DCF}" dt="2023-05-01T02:34:02.139" v="2695" actId="20577"/>
          <ac:spMkLst>
            <pc:docMk/>
            <pc:sldMk cId="3973355849" sldId="264"/>
            <ac:spMk id="11" creationId="{13A726F4-4F1A-0E43-5DDB-DF59D3337A06}"/>
          </ac:spMkLst>
        </pc:spChg>
        <pc:spChg chg="add mod">
          <ac:chgData name="Douwe Ravers" userId="c8d85bf50e360dd6" providerId="LiveId" clId="{581F2EE1-DDE8-4C81-8886-E39EC1CD3DCF}" dt="2023-05-01T02:33:47.603" v="2683" actId="20577"/>
          <ac:spMkLst>
            <pc:docMk/>
            <pc:sldMk cId="3973355849" sldId="264"/>
            <ac:spMk id="21" creationId="{E3456EDC-9697-DDA1-CFC6-F76EB56FECB2}"/>
          </ac:spMkLst>
        </pc:spChg>
        <pc:spChg chg="del">
          <ac:chgData name="Douwe Ravers" userId="c8d85bf50e360dd6" providerId="LiveId" clId="{581F2EE1-DDE8-4C81-8886-E39EC1CD3DCF}" dt="2023-05-01T02:25:51.306" v="2407" actId="478"/>
          <ac:spMkLst>
            <pc:docMk/>
            <pc:sldMk cId="3973355849" sldId="264"/>
            <ac:spMk id="28" creationId="{56F32BB4-0588-9479-87F5-A94FC57CE143}"/>
          </ac:spMkLst>
        </pc:spChg>
        <pc:spChg chg="add mod">
          <ac:chgData name="Douwe Ravers" userId="c8d85bf50e360dd6" providerId="LiveId" clId="{581F2EE1-DDE8-4C81-8886-E39EC1CD3DCF}" dt="2023-05-01T02:33:53.787" v="2692" actId="20577"/>
          <ac:spMkLst>
            <pc:docMk/>
            <pc:sldMk cId="3973355849" sldId="264"/>
            <ac:spMk id="35" creationId="{15956298-A9C9-8929-1952-E0F1F00B2E8D}"/>
          </ac:spMkLst>
        </pc:spChg>
        <pc:spChg chg="add del mod">
          <ac:chgData name="Douwe Ravers" userId="c8d85bf50e360dd6" providerId="LiveId" clId="{581F2EE1-DDE8-4C81-8886-E39EC1CD3DCF}" dt="2023-05-01T02:32:30.197" v="2643" actId="478"/>
          <ac:spMkLst>
            <pc:docMk/>
            <pc:sldMk cId="3973355849" sldId="264"/>
            <ac:spMk id="36" creationId="{B2A98948-EB01-09F6-5815-687ED52D07F1}"/>
          </ac:spMkLst>
        </pc:spChg>
        <pc:spChg chg="del">
          <ac:chgData name="Douwe Ravers" userId="c8d85bf50e360dd6" providerId="LiveId" clId="{581F2EE1-DDE8-4C81-8886-E39EC1CD3DCF}" dt="2023-05-01T02:25:51.306" v="2407" actId="478"/>
          <ac:spMkLst>
            <pc:docMk/>
            <pc:sldMk cId="3973355849" sldId="264"/>
            <ac:spMk id="40" creationId="{0F952BF5-8A32-C9CE-4E04-012F7D549246}"/>
          </ac:spMkLst>
        </pc:spChg>
        <pc:spChg chg="del">
          <ac:chgData name="Douwe Ravers" userId="c8d85bf50e360dd6" providerId="LiveId" clId="{581F2EE1-DDE8-4C81-8886-E39EC1CD3DCF}" dt="2023-05-01T02:25:51.306" v="2407" actId="478"/>
          <ac:spMkLst>
            <pc:docMk/>
            <pc:sldMk cId="3973355849" sldId="264"/>
            <ac:spMk id="43" creationId="{11A47190-729D-5173-D8F2-D8C7B3148A15}"/>
          </ac:spMkLst>
        </pc:spChg>
        <pc:spChg chg="del">
          <ac:chgData name="Douwe Ravers" userId="c8d85bf50e360dd6" providerId="LiveId" clId="{581F2EE1-DDE8-4C81-8886-E39EC1CD3DCF}" dt="2023-05-01T02:25:55.018" v="2408" actId="478"/>
          <ac:spMkLst>
            <pc:docMk/>
            <pc:sldMk cId="3973355849" sldId="264"/>
            <ac:spMk id="45" creationId="{104A2BE1-4377-9F5D-6BC7-CA4206DD0B9F}"/>
          </ac:spMkLst>
        </pc:spChg>
        <pc:spChg chg="add mod">
          <ac:chgData name="Douwe Ravers" userId="c8d85bf50e360dd6" providerId="LiveId" clId="{581F2EE1-DDE8-4C81-8886-E39EC1CD3DCF}" dt="2023-05-01T02:33:17.797" v="2669" actId="1076"/>
          <ac:spMkLst>
            <pc:docMk/>
            <pc:sldMk cId="3973355849" sldId="264"/>
            <ac:spMk id="47" creationId="{4F1665DC-2339-4FC9-B424-A914CD2158F5}"/>
          </ac:spMkLst>
        </pc:spChg>
        <pc:picChg chg="add mod">
          <ac:chgData name="Douwe Ravers" userId="c8d85bf50e360dd6" providerId="LiveId" clId="{581F2EE1-DDE8-4C81-8886-E39EC1CD3DCF}" dt="2023-05-01T02:30:00.067" v="2566" actId="1076"/>
          <ac:picMkLst>
            <pc:docMk/>
            <pc:sldMk cId="3973355849" sldId="264"/>
            <ac:picMk id="3" creationId="{79F3D753-1D10-0877-604F-1C31BC9F902A}"/>
          </ac:picMkLst>
        </pc:picChg>
        <pc:picChg chg="del">
          <ac:chgData name="Douwe Ravers" userId="c8d85bf50e360dd6" providerId="LiveId" clId="{581F2EE1-DDE8-4C81-8886-E39EC1CD3DCF}" dt="2023-05-01T02:25:51.306" v="2407" actId="478"/>
          <ac:picMkLst>
            <pc:docMk/>
            <pc:sldMk cId="3973355849" sldId="264"/>
            <ac:picMk id="5" creationId="{76A748E9-8F3C-64D1-C33F-FB15325BB823}"/>
          </ac:picMkLst>
        </pc:picChg>
        <pc:picChg chg="add mod">
          <ac:chgData name="Douwe Ravers" userId="c8d85bf50e360dd6" providerId="LiveId" clId="{581F2EE1-DDE8-4C81-8886-E39EC1CD3DCF}" dt="2023-05-01T02:28:24.173" v="2499" actId="1076"/>
          <ac:picMkLst>
            <pc:docMk/>
            <pc:sldMk cId="3973355849" sldId="264"/>
            <ac:picMk id="8" creationId="{EF372B1B-0308-2F75-A9D9-D9DB95C5EEDF}"/>
          </ac:picMkLst>
        </pc:picChg>
        <pc:picChg chg="del">
          <ac:chgData name="Douwe Ravers" userId="c8d85bf50e360dd6" providerId="LiveId" clId="{581F2EE1-DDE8-4C81-8886-E39EC1CD3DCF}" dt="2023-05-01T02:25:58.177" v="2409" actId="478"/>
          <ac:picMkLst>
            <pc:docMk/>
            <pc:sldMk cId="3973355849" sldId="264"/>
            <ac:picMk id="10" creationId="{B076ECC6-592E-55A7-5817-C363C4C411BA}"/>
          </ac:picMkLst>
        </pc:picChg>
        <pc:picChg chg="add mod">
          <ac:chgData name="Douwe Ravers" userId="c8d85bf50e360dd6" providerId="LiveId" clId="{581F2EE1-DDE8-4C81-8886-E39EC1CD3DCF}" dt="2023-05-01T02:28:19.876" v="2497" actId="1076"/>
          <ac:picMkLst>
            <pc:docMk/>
            <pc:sldMk cId="3973355849" sldId="264"/>
            <ac:picMk id="12" creationId="{DB4F5DB8-E8EA-E683-A0EA-05886AF963D0}"/>
          </ac:picMkLst>
        </pc:picChg>
        <pc:picChg chg="add mod">
          <ac:chgData name="Douwe Ravers" userId="c8d85bf50e360dd6" providerId="LiveId" clId="{581F2EE1-DDE8-4C81-8886-E39EC1CD3DCF}" dt="2023-05-01T02:28:28.978" v="2501" actId="1076"/>
          <ac:picMkLst>
            <pc:docMk/>
            <pc:sldMk cId="3973355849" sldId="264"/>
            <ac:picMk id="14" creationId="{5C87BB0F-07C5-F933-74F5-84911194E1C1}"/>
          </ac:picMkLst>
        </pc:picChg>
        <pc:picChg chg="add mod">
          <ac:chgData name="Douwe Ravers" userId="c8d85bf50e360dd6" providerId="LiveId" clId="{581F2EE1-DDE8-4C81-8886-E39EC1CD3DCF}" dt="2023-05-01T02:28:38.947" v="2505" actId="1076"/>
          <ac:picMkLst>
            <pc:docMk/>
            <pc:sldMk cId="3973355849" sldId="264"/>
            <ac:picMk id="15" creationId="{DDD14D9C-17C3-7625-5987-7D59A8BF89F2}"/>
          </ac:picMkLst>
        </pc:picChg>
        <pc:picChg chg="add mod">
          <ac:chgData name="Douwe Ravers" userId="c8d85bf50e360dd6" providerId="LiveId" clId="{581F2EE1-DDE8-4C81-8886-E39EC1CD3DCF}" dt="2023-05-01T02:29:14.657" v="2523" actId="1076"/>
          <ac:picMkLst>
            <pc:docMk/>
            <pc:sldMk cId="3973355849" sldId="264"/>
            <ac:picMk id="17" creationId="{D031EAE9-5171-5A7C-1691-F0E2BBB02691}"/>
          </ac:picMkLst>
        </pc:picChg>
        <pc:picChg chg="add mod">
          <ac:chgData name="Douwe Ravers" userId="c8d85bf50e360dd6" providerId="LiveId" clId="{581F2EE1-DDE8-4C81-8886-E39EC1CD3DCF}" dt="2023-05-01T02:29:11.476" v="2522" actId="1076"/>
          <ac:picMkLst>
            <pc:docMk/>
            <pc:sldMk cId="3973355849" sldId="264"/>
            <ac:picMk id="18" creationId="{2F951A08-82AA-909E-3614-9C05DB68647B}"/>
          </ac:picMkLst>
        </pc:picChg>
        <pc:picChg chg="add del mod">
          <ac:chgData name="Douwe Ravers" userId="c8d85bf50e360dd6" providerId="LiveId" clId="{581F2EE1-DDE8-4C81-8886-E39EC1CD3DCF}" dt="2023-05-01T02:28:59.587" v="2513" actId="478"/>
          <ac:picMkLst>
            <pc:docMk/>
            <pc:sldMk cId="3973355849" sldId="264"/>
            <ac:picMk id="19" creationId="{D333D2B5-0AEA-8FFA-94EC-459986AD3552}"/>
          </ac:picMkLst>
        </pc:picChg>
        <pc:picChg chg="add mod">
          <ac:chgData name="Douwe Ravers" userId="c8d85bf50e360dd6" providerId="LiveId" clId="{581F2EE1-DDE8-4C81-8886-E39EC1CD3DCF}" dt="2023-05-01T02:29:04.799" v="2517" actId="1076"/>
          <ac:picMkLst>
            <pc:docMk/>
            <pc:sldMk cId="3973355849" sldId="264"/>
            <ac:picMk id="20" creationId="{22BF553D-245D-BC9B-6707-DD97A7889831}"/>
          </ac:picMkLst>
        </pc:picChg>
        <pc:picChg chg="add mod">
          <ac:chgData name="Douwe Ravers" userId="c8d85bf50e360dd6" providerId="LiveId" clId="{581F2EE1-DDE8-4C81-8886-E39EC1CD3DCF}" dt="2023-05-01T02:32:11.213" v="2638" actId="1076"/>
          <ac:picMkLst>
            <pc:docMk/>
            <pc:sldMk cId="3973355849" sldId="264"/>
            <ac:picMk id="22" creationId="{8FDEEF21-5766-14A6-EBA9-5BF60613A93C}"/>
          </ac:picMkLst>
        </pc:picChg>
        <pc:picChg chg="add mod">
          <ac:chgData name="Douwe Ravers" userId="c8d85bf50e360dd6" providerId="LiveId" clId="{581F2EE1-DDE8-4C81-8886-E39EC1CD3DCF}" dt="2023-05-01T02:32:11.213" v="2638" actId="1076"/>
          <ac:picMkLst>
            <pc:docMk/>
            <pc:sldMk cId="3973355849" sldId="264"/>
            <ac:picMk id="23" creationId="{69242735-5BD2-4BD6-9066-1F0D1FC3C017}"/>
          </ac:picMkLst>
        </pc:picChg>
        <pc:picChg chg="add mod">
          <ac:chgData name="Douwe Ravers" userId="c8d85bf50e360dd6" providerId="LiveId" clId="{581F2EE1-DDE8-4C81-8886-E39EC1CD3DCF}" dt="2023-05-01T02:32:07.599" v="2637" actId="1076"/>
          <ac:picMkLst>
            <pc:docMk/>
            <pc:sldMk cId="3973355849" sldId="264"/>
            <ac:picMk id="24" creationId="{FCAD6655-ECB7-126E-4C33-C685ADC5E892}"/>
          </ac:picMkLst>
        </pc:picChg>
        <pc:picChg chg="del">
          <ac:chgData name="Douwe Ravers" userId="c8d85bf50e360dd6" providerId="LiveId" clId="{581F2EE1-DDE8-4C81-8886-E39EC1CD3DCF}" dt="2023-05-01T02:25:51.306" v="2407" actId="478"/>
          <ac:picMkLst>
            <pc:docMk/>
            <pc:sldMk cId="3973355849" sldId="264"/>
            <ac:picMk id="25" creationId="{D68D6AB6-9E6A-E765-5D96-AC979A71DFEC}"/>
          </ac:picMkLst>
        </pc:picChg>
        <pc:picChg chg="add del mod">
          <ac:chgData name="Douwe Ravers" userId="c8d85bf50e360dd6" providerId="LiveId" clId="{581F2EE1-DDE8-4C81-8886-E39EC1CD3DCF}" dt="2023-05-01T02:30:43.216" v="2576" actId="478"/>
          <ac:picMkLst>
            <pc:docMk/>
            <pc:sldMk cId="3973355849" sldId="264"/>
            <ac:picMk id="26" creationId="{9EA3522C-5A82-ECDE-3C8B-F4D21C4A7702}"/>
          </ac:picMkLst>
        </pc:picChg>
        <pc:picChg chg="add mod">
          <ac:chgData name="Douwe Ravers" userId="c8d85bf50e360dd6" providerId="LiveId" clId="{581F2EE1-DDE8-4C81-8886-E39EC1CD3DCF}" dt="2023-05-01T02:32:04.315" v="2636" actId="1076"/>
          <ac:picMkLst>
            <pc:docMk/>
            <pc:sldMk cId="3973355849" sldId="264"/>
            <ac:picMk id="27" creationId="{28C2CF6A-4C3B-018A-A1E0-6298D75C579E}"/>
          </ac:picMkLst>
        </pc:picChg>
        <pc:picChg chg="add del mod">
          <ac:chgData name="Douwe Ravers" userId="c8d85bf50e360dd6" providerId="LiveId" clId="{581F2EE1-DDE8-4C81-8886-E39EC1CD3DCF}" dt="2023-05-01T02:30:43.216" v="2576" actId="478"/>
          <ac:picMkLst>
            <pc:docMk/>
            <pc:sldMk cId="3973355849" sldId="264"/>
            <ac:picMk id="29" creationId="{0F07ED42-5AB4-16C9-AC82-C7994586C3EC}"/>
          </ac:picMkLst>
        </pc:picChg>
        <pc:picChg chg="add mod">
          <ac:chgData name="Douwe Ravers" userId="c8d85bf50e360dd6" providerId="LiveId" clId="{581F2EE1-DDE8-4C81-8886-E39EC1CD3DCF}" dt="2023-05-01T02:32:07.599" v="2637" actId="1076"/>
          <ac:picMkLst>
            <pc:docMk/>
            <pc:sldMk cId="3973355849" sldId="264"/>
            <ac:picMk id="31" creationId="{08B273DA-8E8E-BC16-8DDE-FE2693233FA6}"/>
          </ac:picMkLst>
        </pc:picChg>
        <pc:picChg chg="del">
          <ac:chgData name="Douwe Ravers" userId="c8d85bf50e360dd6" providerId="LiveId" clId="{581F2EE1-DDE8-4C81-8886-E39EC1CD3DCF}" dt="2023-05-01T02:25:58.177" v="2409" actId="478"/>
          <ac:picMkLst>
            <pc:docMk/>
            <pc:sldMk cId="3973355849" sldId="264"/>
            <ac:picMk id="33" creationId="{D447A3EA-0D33-FC3C-8718-6D957CBD5D7F}"/>
          </ac:picMkLst>
        </pc:picChg>
        <pc:picChg chg="add mod">
          <ac:chgData name="Douwe Ravers" userId="c8d85bf50e360dd6" providerId="LiveId" clId="{581F2EE1-DDE8-4C81-8886-E39EC1CD3DCF}" dt="2023-05-01T02:32:04.315" v="2636" actId="1076"/>
          <ac:picMkLst>
            <pc:docMk/>
            <pc:sldMk cId="3973355849" sldId="264"/>
            <ac:picMk id="34" creationId="{DA980B16-8677-04A4-7D5D-BBC8E8F10F71}"/>
          </ac:picMkLst>
        </pc:picChg>
        <pc:picChg chg="add mod">
          <ac:chgData name="Douwe Ravers" userId="c8d85bf50e360dd6" providerId="LiveId" clId="{581F2EE1-DDE8-4C81-8886-E39EC1CD3DCF}" dt="2023-05-01T02:33:21.553" v="2670" actId="1076"/>
          <ac:picMkLst>
            <pc:docMk/>
            <pc:sldMk cId="3973355849" sldId="264"/>
            <ac:picMk id="37" creationId="{BEA9BBB8-FFEA-EFEF-6AFD-0ECA81E8C1DF}"/>
          </ac:picMkLst>
        </pc:picChg>
        <pc:picChg chg="del">
          <ac:chgData name="Douwe Ravers" userId="c8d85bf50e360dd6" providerId="LiveId" clId="{581F2EE1-DDE8-4C81-8886-E39EC1CD3DCF}" dt="2023-05-01T02:25:51.306" v="2407" actId="478"/>
          <ac:picMkLst>
            <pc:docMk/>
            <pc:sldMk cId="3973355849" sldId="264"/>
            <ac:picMk id="38" creationId="{C9B8EBE7-3BE2-AD9B-B8D3-E0D010809725}"/>
          </ac:picMkLst>
        </pc:picChg>
        <pc:picChg chg="del">
          <ac:chgData name="Douwe Ravers" userId="c8d85bf50e360dd6" providerId="LiveId" clId="{581F2EE1-DDE8-4C81-8886-E39EC1CD3DCF}" dt="2023-05-01T02:25:51.306" v="2407" actId="478"/>
          <ac:picMkLst>
            <pc:docMk/>
            <pc:sldMk cId="3973355849" sldId="264"/>
            <ac:picMk id="39" creationId="{0A8A5695-55CE-6220-FB3B-CD6252811681}"/>
          </ac:picMkLst>
        </pc:picChg>
        <pc:picChg chg="add mod">
          <ac:chgData name="Douwe Ravers" userId="c8d85bf50e360dd6" providerId="LiveId" clId="{581F2EE1-DDE8-4C81-8886-E39EC1CD3DCF}" dt="2023-05-01T02:33:21.553" v="2670" actId="1076"/>
          <ac:picMkLst>
            <pc:docMk/>
            <pc:sldMk cId="3973355849" sldId="264"/>
            <ac:picMk id="41" creationId="{E205D2B8-22EB-D2D1-4CE7-654133A7B626}"/>
          </ac:picMkLst>
        </pc:picChg>
        <pc:picChg chg="del">
          <ac:chgData name="Douwe Ravers" userId="c8d85bf50e360dd6" providerId="LiveId" clId="{581F2EE1-DDE8-4C81-8886-E39EC1CD3DCF}" dt="2023-05-01T02:25:51.306" v="2407" actId="478"/>
          <ac:picMkLst>
            <pc:docMk/>
            <pc:sldMk cId="3973355849" sldId="264"/>
            <ac:picMk id="42" creationId="{F884CF73-0A51-FB77-1240-2834495DC33C}"/>
          </ac:picMkLst>
        </pc:picChg>
        <pc:picChg chg="del">
          <ac:chgData name="Douwe Ravers" userId="c8d85bf50e360dd6" providerId="LiveId" clId="{581F2EE1-DDE8-4C81-8886-E39EC1CD3DCF}" dt="2023-05-01T02:25:51.306" v="2407" actId="478"/>
          <ac:picMkLst>
            <pc:docMk/>
            <pc:sldMk cId="3973355849" sldId="264"/>
            <ac:picMk id="44" creationId="{84860609-A298-E69D-C903-42A745EE6143}"/>
          </ac:picMkLst>
        </pc:picChg>
        <pc:picChg chg="del">
          <ac:chgData name="Douwe Ravers" userId="c8d85bf50e360dd6" providerId="LiveId" clId="{581F2EE1-DDE8-4C81-8886-E39EC1CD3DCF}" dt="2023-05-01T02:25:51.306" v="2407" actId="478"/>
          <ac:picMkLst>
            <pc:docMk/>
            <pc:sldMk cId="3973355849" sldId="264"/>
            <ac:picMk id="46" creationId="{24F4D718-0357-BC0F-640B-3EAD2D35C213}"/>
          </ac:picMkLst>
        </pc:picChg>
        <pc:picChg chg="add mod">
          <ac:chgData name="Douwe Ravers" userId="c8d85bf50e360dd6" providerId="LiveId" clId="{581F2EE1-DDE8-4C81-8886-E39EC1CD3DCF}" dt="2023-05-01T02:33:24.070" v="2672" actId="1076"/>
          <ac:picMkLst>
            <pc:docMk/>
            <pc:sldMk cId="3973355849" sldId="264"/>
            <ac:picMk id="48" creationId="{7653418C-4D7F-DE3C-45FD-6F1B449E1B90}"/>
          </ac:picMkLst>
        </pc:picChg>
        <pc:picChg chg="add del mod">
          <ac:chgData name="Douwe Ravers" userId="c8d85bf50e360dd6" providerId="LiveId" clId="{581F2EE1-DDE8-4C81-8886-E39EC1CD3DCF}" dt="2023-05-01T02:33:26.610" v="2673" actId="478"/>
          <ac:picMkLst>
            <pc:docMk/>
            <pc:sldMk cId="3973355849" sldId="264"/>
            <ac:picMk id="49" creationId="{5F7FD3DE-93B1-9FB7-410D-B64B478370E0}"/>
          </ac:picMkLst>
        </pc:picChg>
        <pc:picChg chg="add mod">
          <ac:chgData name="Douwe Ravers" userId="c8d85bf50e360dd6" providerId="LiveId" clId="{581F2EE1-DDE8-4C81-8886-E39EC1CD3DCF}" dt="2023-05-01T02:33:36.964" v="2677" actId="1076"/>
          <ac:picMkLst>
            <pc:docMk/>
            <pc:sldMk cId="3973355849" sldId="264"/>
            <ac:picMk id="50" creationId="{B8BF6EFD-6E57-E5A4-B59E-7B6FD4BB0D16}"/>
          </ac:picMkLst>
        </pc:picChg>
        <pc:picChg chg="mod">
          <ac:chgData name="Douwe Ravers" userId="c8d85bf50e360dd6" providerId="LiveId" clId="{581F2EE1-DDE8-4C81-8886-E39EC1CD3DCF}" dt="2023-05-01T02:30:03.866" v="2568" actId="1076"/>
          <ac:picMkLst>
            <pc:docMk/>
            <pc:sldMk cId="3973355849" sldId="264"/>
            <ac:picMk id="59" creationId="{7227C457-22E8-C992-7ADF-D83C086C8EF7}"/>
          </ac:picMkLst>
        </pc:picChg>
      </pc:sldChg>
      <pc:sldMasterChg chg="setBg modSldLayout">
        <pc:chgData name="Douwe Ravers" userId="c8d85bf50e360dd6" providerId="LiveId" clId="{581F2EE1-DDE8-4C81-8886-E39EC1CD3DCF}" dt="2023-04-30T17:40:29.799" v="5"/>
        <pc:sldMasterMkLst>
          <pc:docMk/>
          <pc:sldMasterMk cId="4265509688" sldId="2147483648"/>
        </pc:sldMasterMkLst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2122316438" sldId="2147483649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2752101049" sldId="2147483650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2694838862" sldId="2147483651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2426242396" sldId="2147483652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3274246096" sldId="2147483653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3803040552" sldId="2147483654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329454411" sldId="2147483655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1727600485" sldId="2147483656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1648912532" sldId="2147483657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1657975466" sldId="2147483658"/>
          </pc:sldLayoutMkLst>
        </pc:sldLayoutChg>
        <pc:sldLayoutChg chg="setBg">
          <pc:chgData name="Douwe Ravers" userId="c8d85bf50e360dd6" providerId="LiveId" clId="{581F2EE1-DDE8-4C81-8886-E39EC1CD3DCF}" dt="2023-04-30T17:40:29.799" v="5"/>
          <pc:sldLayoutMkLst>
            <pc:docMk/>
            <pc:sldMasterMk cId="4265509688" sldId="2147483648"/>
            <pc:sldLayoutMk cId="125546852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903C-3D0C-F01D-563E-582FD6E9C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C9C06-265B-8E8A-CCC9-84BE188E4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3CE2F-8DC5-33A5-714E-7B8218822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778B0-0B01-68BB-5154-137D9907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1E24E-27B6-8E11-E205-3291D4AF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1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714E-62DE-B6A2-E5E6-D6D5EF32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BC16-A80E-859A-7ED7-A981D5A4F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463A9-4700-B9F6-5208-E5ABB687F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CBFA8-433F-BE4B-5775-B6DE2F63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14189-6845-4BBB-E944-0134DD0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10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3AF75-495E-4CB6-CFF8-13E67552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246EC-F3FE-02B9-1513-5BE8CCF7A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58CBF-4B7E-A6BE-5259-A145D02D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0160F-E582-1C7E-E18A-B6BC7901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F42ED-5400-31F5-BEB1-C31DD354B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3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A413-F68E-4B2A-88F6-0FBF2027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9CD80-2D7D-40AF-CE18-4F7F3535F4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3D8C9-905E-FA59-4FCE-8B969632C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F6F69-D190-FD64-FDD6-F5282640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65CC5-B21A-3E2B-7A9B-1F7690EF0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2783F-8CDF-F844-BC2E-30947B34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4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1421-0424-20CC-38AF-2648ED207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D6F78-60DE-0E4B-FAB3-9B9F3037D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DF5FB-C945-2311-C0C8-0C5A98C1E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C0C2E-82A3-C4A2-D4AB-E95A0C607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ECC2DE-2F65-7CB9-0DF5-3DED6A3D8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35665-1888-1760-8395-F5C49DDF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D6A0A-67E4-2B8B-C890-B219EB37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964D3-AA1F-6591-3974-AE6320E47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AB10-EFC5-F6D9-7F47-ADAAD3D48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C0806-0388-2904-DD52-4DF94EDF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F60F1-CADD-3B49-2431-6DAEAA1D4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1A785-E13F-0DAD-5C69-876CE7B22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4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0ABE9C-5F83-C932-7FC8-81E26B535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26E60-F8AC-60F7-BBA9-4CB25DF4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0FE6D-8C68-F9DE-445A-601171C8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450A-6A57-329E-616C-80EF4720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D05C-EDE2-DBE5-4A09-FEF430497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8BFD7-F634-0A5C-37EE-3B2346D20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7F839-145E-1573-0C5C-2AB602FF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D79D5-E018-5E33-F5C8-6F96F9AC9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64060-D996-E96E-FFBA-0CD2C87D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0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9F32F-51B7-D246-9195-23795C6F8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11C2D-7964-0409-D36D-87B2D8B8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BBEDF-0B4A-0606-77BD-B4AACA56B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4F7CC-568B-7774-1140-3D86A9864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B708C-32EA-8242-8FF0-238DFEFE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71F1F-658D-CFDC-7A8F-E5568C44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1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470E-2486-0A7B-9C65-AB2B3F08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9E7F0-AB20-144A-F2B8-C47B6B7DC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CDE07-9175-7B24-B94E-0BD40FA0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B4EB-0075-9157-EB4A-B498C3FCE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F60E6-8AD2-CED0-FE05-20C7450E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75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D7A5AD-5BB8-F68F-8F0C-D2F538BF9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531B1-807D-D93B-06AE-42E441D9C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C62D-FFEB-8B9C-0E92-0033D677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3C83D-915E-B33F-DE86-E67BE16F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B216D-DC7B-15CE-CC0A-E19C9F69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6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4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7923E-8E01-5DD3-5674-60159605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AA458-8A14-4D1B-15D9-46B0BF52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DBD1D-4F70-2170-5E7E-65CFB864D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CD964-667C-461F-8BA0-24C0A81EF331}" type="datetimeFigureOut">
              <a:rPr lang="en-US" smtClean="0"/>
              <a:t>5/1/2023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9AA3C-576B-A739-697B-3E9D817E5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7E032-A403-5F31-5AD0-D06568E167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8EDCD-C82B-49AA-BA1F-120982022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3.png"/><Relationship Id="rId5" Type="http://schemas.openxmlformats.org/officeDocument/2006/relationships/image" Target="../media/image8.svg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8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5.png"/><Relationship Id="rId5" Type="http://schemas.openxmlformats.org/officeDocument/2006/relationships/image" Target="../media/image29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9.png"/><Relationship Id="rId5" Type="http://schemas.openxmlformats.org/officeDocument/2006/relationships/image" Target="../media/image34.png"/><Relationship Id="rId10" Type="http://schemas.openxmlformats.org/officeDocument/2006/relationships/image" Target="../media/image12.png"/><Relationship Id="rId4" Type="http://schemas.openxmlformats.org/officeDocument/2006/relationships/image" Target="../media/image33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oy&#10;&#10;Description automatically generated">
            <a:extLst>
              <a:ext uri="{FF2B5EF4-FFF2-40B4-BE49-F238E27FC236}">
                <a16:creationId xmlns:a16="http://schemas.microsoft.com/office/drawing/2014/main" id="{5D5A22C7-8F08-1AFB-BC06-294B5A5E7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345" y="206375"/>
            <a:ext cx="6477706" cy="364371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F2B410-4DC0-96E6-C33A-579BA68F535C}"/>
              </a:ext>
            </a:extLst>
          </p:cNvPr>
          <p:cNvSpPr txBox="1"/>
          <p:nvPr/>
        </p:nvSpPr>
        <p:spPr>
          <a:xfrm>
            <a:off x="852664" y="2124054"/>
            <a:ext cx="240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</a:rPr>
              <a:t>Goal of the game: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8CA8F3-5C31-1191-F1D7-8431C4974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68" y="3698627"/>
            <a:ext cx="2591326" cy="23979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552C43-2877-E2F9-15A8-9105F27E3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61" y="4272281"/>
            <a:ext cx="2424490" cy="16419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FB27CD-A6C7-1BF8-D432-2A7A28890460}"/>
              </a:ext>
            </a:extLst>
          </p:cNvPr>
          <p:cNvSpPr txBox="1"/>
          <p:nvPr/>
        </p:nvSpPr>
        <p:spPr>
          <a:xfrm>
            <a:off x="449868" y="3526919"/>
            <a:ext cx="2200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People order food via your delivery service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58360EC-B831-B390-BC14-548491274E36}"/>
              </a:ext>
            </a:extLst>
          </p:cNvPr>
          <p:cNvSpPr/>
          <p:nvPr/>
        </p:nvSpPr>
        <p:spPr>
          <a:xfrm>
            <a:off x="3408444" y="4897599"/>
            <a:ext cx="400050" cy="602678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032EB-B504-3C5F-FD19-D633C3525984}"/>
              </a:ext>
            </a:extLst>
          </p:cNvPr>
          <p:cNvSpPr txBox="1"/>
          <p:nvPr/>
        </p:nvSpPr>
        <p:spPr>
          <a:xfrm>
            <a:off x="4501306" y="3181360"/>
            <a:ext cx="2332137" cy="942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farmer is on a holiday. So, no one is running the farm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D7C7B01-A744-0351-2A1F-24E90FE1550E}"/>
              </a:ext>
            </a:extLst>
          </p:cNvPr>
          <p:cNvSpPr/>
          <p:nvPr/>
        </p:nvSpPr>
        <p:spPr>
          <a:xfrm>
            <a:off x="7812808" y="4897599"/>
            <a:ext cx="400050" cy="602678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4" descr="A picture containing toy&#10;&#10;Description automatically generated">
            <a:extLst>
              <a:ext uri="{FF2B5EF4-FFF2-40B4-BE49-F238E27FC236}">
                <a16:creationId xmlns:a16="http://schemas.microsoft.com/office/drawing/2014/main" id="{A781DDCB-26D2-26AA-BAE4-EA0376015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856" y="4761048"/>
            <a:ext cx="1948829" cy="10962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F96791-D2D5-C2D8-10F7-75F131BEEBE7}"/>
              </a:ext>
            </a:extLst>
          </p:cNvPr>
          <p:cNvSpPr txBox="1"/>
          <p:nvPr/>
        </p:nvSpPr>
        <p:spPr>
          <a:xfrm>
            <a:off x="8103692" y="3475255"/>
            <a:ext cx="2993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So, now you use your delivery drones to collect the orders directly from the farm.</a:t>
            </a:r>
          </a:p>
        </p:txBody>
      </p:sp>
      <p:pic>
        <p:nvPicPr>
          <p:cNvPr id="4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74427DB3-499E-1A89-2A22-96AC847601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30" y="582116"/>
            <a:ext cx="5338907" cy="1158087"/>
          </a:xfrm>
          <a:prstGeom prst="rect">
            <a:avLst/>
          </a:prstGeom>
        </p:spPr>
      </p:pic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B773132E-8259-5D60-8871-3A32AAD377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5" y="5699185"/>
            <a:ext cx="1158815" cy="115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DE95C-AF44-B196-31D1-911B9921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29175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How?</a:t>
            </a:r>
          </a:p>
        </p:txBody>
      </p:sp>
      <p:pic>
        <p:nvPicPr>
          <p:cNvPr id="17" name="Content Placeholder 4" descr="A picture containing toy&#10;&#10;Description automatically generated">
            <a:extLst>
              <a:ext uri="{FF2B5EF4-FFF2-40B4-BE49-F238E27FC236}">
                <a16:creationId xmlns:a16="http://schemas.microsoft.com/office/drawing/2014/main" id="{59C4C2A1-83D0-0928-0F5B-561A29788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345" y="206375"/>
            <a:ext cx="6477706" cy="3643710"/>
          </a:xfrm>
          <a:prstGeom prst="rect">
            <a:avLst/>
          </a:prstGeom>
        </p:spPr>
      </p:pic>
      <p:pic>
        <p:nvPicPr>
          <p:cNvPr id="18" name="Content Placeholder 4" descr="A picture containing toy&#10;&#10;Description automatically generated">
            <a:extLst>
              <a:ext uri="{FF2B5EF4-FFF2-40B4-BE49-F238E27FC236}">
                <a16:creationId xmlns:a16="http://schemas.microsoft.com/office/drawing/2014/main" id="{F838B353-E5D1-9956-5403-2649661A9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1" y="3990975"/>
            <a:ext cx="1948829" cy="1096216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9539DEDB-948E-7A0F-5B50-475C0FB3CDA3}"/>
              </a:ext>
            </a:extLst>
          </p:cNvPr>
          <p:cNvSpPr/>
          <p:nvPr/>
        </p:nvSpPr>
        <p:spPr>
          <a:xfrm>
            <a:off x="2789244" y="4126074"/>
            <a:ext cx="400050" cy="602678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44D6B4-BFC2-3936-93A7-FC8E38936DEE}"/>
              </a:ext>
            </a:extLst>
          </p:cNvPr>
          <p:cNvSpPr txBox="1"/>
          <p:nvPr/>
        </p:nvSpPr>
        <p:spPr>
          <a:xfrm>
            <a:off x="361949" y="2888419"/>
            <a:ext cx="2200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Fly with your drone close to the pickable objects,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C46C399-87A0-575E-DDF0-29894527E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968" y="3071402"/>
            <a:ext cx="2276475" cy="2276475"/>
          </a:xfrm>
          <a:prstGeom prst="rect">
            <a:avLst/>
          </a:prstGeom>
        </p:spPr>
      </p:pic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E4640686-8CB2-15AB-7A48-65F08C3910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9594" y="4144089"/>
            <a:ext cx="789988" cy="78998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77A15D-E3A8-E7A4-5D0A-A51094752988}"/>
              </a:ext>
            </a:extLst>
          </p:cNvPr>
          <p:cNvSpPr txBox="1"/>
          <p:nvPr/>
        </p:nvSpPr>
        <p:spPr>
          <a:xfrm>
            <a:off x="2924752" y="2839886"/>
            <a:ext cx="2200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Click on the object to collect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16B21408-42CA-5334-7091-03781C6D6441}"/>
              </a:ext>
            </a:extLst>
          </p:cNvPr>
          <p:cNvSpPr/>
          <p:nvPr/>
        </p:nvSpPr>
        <p:spPr>
          <a:xfrm>
            <a:off x="5191443" y="4126074"/>
            <a:ext cx="400050" cy="602678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Content Placeholder 4" descr="A picture containing toy&#10;&#10;Description automatically generated">
            <a:extLst>
              <a:ext uri="{FF2B5EF4-FFF2-40B4-BE49-F238E27FC236}">
                <a16:creationId xmlns:a16="http://schemas.microsoft.com/office/drawing/2014/main" id="{D923FA94-9B33-B561-BC60-740106D12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517" y="3990975"/>
            <a:ext cx="1948829" cy="1096216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30512300-A14C-2060-0DC1-9130EA75E369}"/>
              </a:ext>
            </a:extLst>
          </p:cNvPr>
          <p:cNvGrpSpPr/>
          <p:nvPr/>
        </p:nvGrpSpPr>
        <p:grpSpPr>
          <a:xfrm>
            <a:off x="5544187" y="4626094"/>
            <a:ext cx="2361238" cy="824441"/>
            <a:chOff x="5117689" y="5002294"/>
            <a:chExt cx="3273837" cy="1143080"/>
          </a:xfrm>
        </p:grpSpPr>
        <p:pic>
          <p:nvPicPr>
            <p:cNvPr id="27" name="Picture 26" descr="A picture containing yellow&#10;&#10;Description automatically generated">
              <a:extLst>
                <a:ext uri="{FF2B5EF4-FFF2-40B4-BE49-F238E27FC236}">
                  <a16:creationId xmlns:a16="http://schemas.microsoft.com/office/drawing/2014/main" id="{DE59F88E-7CFF-3879-26E1-D3843F909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7689" y="5112040"/>
              <a:ext cx="820831" cy="820831"/>
            </a:xfrm>
            <a:prstGeom prst="rect">
              <a:avLst/>
            </a:prstGeom>
          </p:spPr>
        </p:pic>
        <p:pic>
          <p:nvPicPr>
            <p:cNvPr id="29" name="Picture 28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433A9129-E5AA-84CA-C60D-55EBB9174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2829" y="5355458"/>
              <a:ext cx="683416" cy="683416"/>
            </a:xfrm>
            <a:prstGeom prst="rect">
              <a:avLst/>
            </a:prstGeom>
          </p:spPr>
        </p:pic>
        <p:pic>
          <p:nvPicPr>
            <p:cNvPr id="31" name="Picture 30" descr="A picture containing box&#10;&#10;Description automatically generated">
              <a:extLst>
                <a:ext uri="{FF2B5EF4-FFF2-40B4-BE49-F238E27FC236}">
                  <a16:creationId xmlns:a16="http://schemas.microsoft.com/office/drawing/2014/main" id="{A11FB13E-E7B0-8369-46AC-CC9C356C1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2993" y="5344292"/>
              <a:ext cx="794838" cy="794838"/>
            </a:xfrm>
            <a:prstGeom prst="rect">
              <a:avLst/>
            </a:prstGeom>
          </p:spPr>
        </p:pic>
        <p:pic>
          <p:nvPicPr>
            <p:cNvPr id="33" name="Picture 32" descr="A white letter on a black background&#10;&#10;Description automatically generated with low confidence">
              <a:extLst>
                <a:ext uri="{FF2B5EF4-FFF2-40B4-BE49-F238E27FC236}">
                  <a16:creationId xmlns:a16="http://schemas.microsoft.com/office/drawing/2014/main" id="{69FD52F3-369A-E93D-1758-B9E74ED47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7067" y="5223612"/>
              <a:ext cx="921762" cy="921762"/>
            </a:xfrm>
            <a:prstGeom prst="rect">
              <a:avLst/>
            </a:prstGeom>
          </p:spPr>
        </p:pic>
        <p:pic>
          <p:nvPicPr>
            <p:cNvPr id="35" name="Picture 34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CFA03FDF-2AD0-5224-712A-4ACE8F70C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8928" y="5002294"/>
              <a:ext cx="912598" cy="912598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96ABA83-FF46-A8B8-F33F-A0429A5AA271}"/>
              </a:ext>
            </a:extLst>
          </p:cNvPr>
          <p:cNvSpPr txBox="1"/>
          <p:nvPr/>
        </p:nvSpPr>
        <p:spPr>
          <a:xfrm>
            <a:off x="5655563" y="2849858"/>
            <a:ext cx="2200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 can hold up to 5 items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A7BFFFA3-315E-4AE8-4F74-199407118D66}"/>
              </a:ext>
            </a:extLst>
          </p:cNvPr>
          <p:cNvSpPr/>
          <p:nvPr/>
        </p:nvSpPr>
        <p:spPr>
          <a:xfrm>
            <a:off x="8080658" y="4126074"/>
            <a:ext cx="400050" cy="602678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D4C5513-36E0-B20B-8D7C-B4714DF528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5941" y="3705894"/>
            <a:ext cx="2424490" cy="164198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6C11E82-A403-E713-57C4-06BEB55A0FCC}"/>
              </a:ext>
            </a:extLst>
          </p:cNvPr>
          <p:cNvSpPr txBox="1"/>
          <p:nvPr/>
        </p:nvSpPr>
        <p:spPr>
          <a:xfrm>
            <a:off x="8993989" y="2774922"/>
            <a:ext cx="2200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Click on the delivery van to unload your items into the van.</a:t>
            </a:r>
          </a:p>
        </p:txBody>
      </p:sp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E6D99BDE-D6FC-27CF-1612-C8B1714D39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9133" y="4310254"/>
            <a:ext cx="789988" cy="78998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013201F-8EEE-F2A9-3BDF-DC0141B8A3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275" y="5226555"/>
            <a:ext cx="1772115" cy="1200163"/>
          </a:xfrm>
          <a:prstGeom prst="rect">
            <a:avLst/>
          </a:prstGeom>
        </p:spPr>
      </p:pic>
      <p:pic>
        <p:nvPicPr>
          <p:cNvPr id="45" name="Graphic 44" descr="Race Flag with solid fill">
            <a:extLst>
              <a:ext uri="{FF2B5EF4-FFF2-40B4-BE49-F238E27FC236}">
                <a16:creationId xmlns:a16="http://schemas.microsoft.com/office/drawing/2014/main" id="{11206812-EF56-C729-1C31-8A94929B29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89332" y="5826636"/>
            <a:ext cx="914400" cy="9144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AF56E79-28C4-370A-1132-33A9826AB7F5}"/>
              </a:ext>
            </a:extLst>
          </p:cNvPr>
          <p:cNvSpPr txBox="1"/>
          <p:nvPr/>
        </p:nvSpPr>
        <p:spPr>
          <a:xfrm>
            <a:off x="3058916" y="5523441"/>
            <a:ext cx="3211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Once all requested items are stored in the van. You finished the level.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5FC0299F-22C8-9EB0-C955-9DF0E24113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5" y="5699185"/>
            <a:ext cx="1158815" cy="1158815"/>
          </a:xfrm>
          <a:prstGeom prst="rect">
            <a:avLst/>
          </a:prstGeom>
        </p:spPr>
      </p:pic>
      <p:pic>
        <p:nvPicPr>
          <p:cNvPr id="4" name="Graphic 3" descr="Badge 9 with solid fill">
            <a:extLst>
              <a:ext uri="{FF2B5EF4-FFF2-40B4-BE49-F238E27FC236}">
                <a16:creationId xmlns:a16="http://schemas.microsoft.com/office/drawing/2014/main" id="{C5B7A151-0943-9407-8E7E-F275595CD0C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56404" y="5610160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7C88E7-183E-F4DB-7BB0-4099CF3D538A}"/>
              </a:ext>
            </a:extLst>
          </p:cNvPr>
          <p:cNvSpPr txBox="1"/>
          <p:nvPr/>
        </p:nvSpPr>
        <p:spPr>
          <a:xfrm>
            <a:off x="8093406" y="5623866"/>
            <a:ext cx="2911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There are nine levels</a:t>
            </a:r>
          </a:p>
          <a:p>
            <a:r>
              <a:rPr lang="en-US" dirty="0">
                <a:solidFill>
                  <a:schemeClr val="bg1"/>
                </a:solidFill>
              </a:rPr>
              <a:t>Every level introduces a new thing.</a:t>
            </a:r>
          </a:p>
        </p:txBody>
      </p:sp>
    </p:spTree>
    <p:extLst>
      <p:ext uri="{BB962C8B-B14F-4D97-AF65-F5344CB8AC3E}">
        <p14:creationId xmlns:p14="http://schemas.microsoft.com/office/powerpoint/2010/main" val="262876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DE95C-AF44-B196-31D1-911B9921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29175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Controls</a:t>
            </a:r>
          </a:p>
        </p:txBody>
      </p:sp>
      <p:pic>
        <p:nvPicPr>
          <p:cNvPr id="17" name="Content Placeholder 4" descr="A picture containing toy&#10;&#10;Description automatically generated">
            <a:extLst>
              <a:ext uri="{FF2B5EF4-FFF2-40B4-BE49-F238E27FC236}">
                <a16:creationId xmlns:a16="http://schemas.microsoft.com/office/drawing/2014/main" id="{59C4C2A1-83D0-0928-0F5B-561A29788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345" y="206375"/>
            <a:ext cx="6477706" cy="3643710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5FC0299F-22C8-9EB0-C955-9DF0E2411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5" y="5699185"/>
            <a:ext cx="1158815" cy="115881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6DCCAA1-E1FD-1083-9D3F-1C3CE51AF952}"/>
              </a:ext>
            </a:extLst>
          </p:cNvPr>
          <p:cNvGrpSpPr/>
          <p:nvPr/>
        </p:nvGrpSpPr>
        <p:grpSpPr>
          <a:xfrm>
            <a:off x="1737977" y="2861342"/>
            <a:ext cx="1069676" cy="1069676"/>
            <a:chOff x="1811547" y="2518913"/>
            <a:chExt cx="1069676" cy="106967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6BB3229-2211-C718-2451-9A5841410D18}"/>
                </a:ext>
              </a:extLst>
            </p:cNvPr>
            <p:cNvSpPr/>
            <p:nvPr/>
          </p:nvSpPr>
          <p:spPr>
            <a:xfrm>
              <a:off x="1811547" y="2518913"/>
              <a:ext cx="1069676" cy="10696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86ACEBB-1264-E7FD-6625-F7EFB49AF210}"/>
                </a:ext>
              </a:extLst>
            </p:cNvPr>
            <p:cNvSpPr/>
            <p:nvPr/>
          </p:nvSpPr>
          <p:spPr>
            <a:xfrm>
              <a:off x="1811547" y="2518913"/>
              <a:ext cx="914400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6E8C8D8-9190-1DF1-4BC7-B7F53D6C2CD2}"/>
              </a:ext>
            </a:extLst>
          </p:cNvPr>
          <p:cNvGrpSpPr/>
          <p:nvPr/>
        </p:nvGrpSpPr>
        <p:grpSpPr>
          <a:xfrm>
            <a:off x="381059" y="2894162"/>
            <a:ext cx="1069676" cy="1069676"/>
            <a:chOff x="1811547" y="2518913"/>
            <a:chExt cx="1069676" cy="106967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047936E-CC0E-9CD6-45DB-FB6E5C3D32C1}"/>
                </a:ext>
              </a:extLst>
            </p:cNvPr>
            <p:cNvSpPr/>
            <p:nvPr/>
          </p:nvSpPr>
          <p:spPr>
            <a:xfrm>
              <a:off x="1811547" y="2518913"/>
              <a:ext cx="1069676" cy="10696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051D99D-F126-80C3-9FA5-587C43A393E0}"/>
                </a:ext>
              </a:extLst>
            </p:cNvPr>
            <p:cNvSpPr/>
            <p:nvPr/>
          </p:nvSpPr>
          <p:spPr>
            <a:xfrm>
              <a:off x="1811547" y="2518913"/>
              <a:ext cx="914400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W</a:t>
              </a:r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07A8B345-EF2E-C528-6C69-8C445F9F8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5" y="1472478"/>
            <a:ext cx="1845471" cy="1325564"/>
          </a:xfrm>
          <a:prstGeom prst="rect">
            <a:avLst/>
          </a:prstGeom>
        </p:spPr>
      </p:pic>
      <p:pic>
        <p:nvPicPr>
          <p:cNvPr id="52" name="Graphic 51" descr="Arrow: Straight with solid fill">
            <a:extLst>
              <a:ext uri="{FF2B5EF4-FFF2-40B4-BE49-F238E27FC236}">
                <a16:creationId xmlns:a16="http://schemas.microsoft.com/office/drawing/2014/main" id="{8F28D28A-9052-D75D-7B3E-A095F75EA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267" y="1915292"/>
            <a:ext cx="914400" cy="9144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6FD961C-0135-9360-B979-07F01C3E9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94" y="4565848"/>
            <a:ext cx="1845471" cy="1325564"/>
          </a:xfrm>
          <a:prstGeom prst="rect">
            <a:avLst/>
          </a:prstGeom>
        </p:spPr>
      </p:pic>
      <p:pic>
        <p:nvPicPr>
          <p:cNvPr id="57" name="Graphic 56" descr="Arrow: Straight with solid fill">
            <a:extLst>
              <a:ext uri="{FF2B5EF4-FFF2-40B4-BE49-F238E27FC236}">
                <a16:creationId xmlns:a16="http://schemas.microsoft.com/office/drawing/2014/main" id="{9DB188B0-B8F8-E7A4-1764-39B7C608F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162429" y="4263924"/>
            <a:ext cx="914400" cy="914400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61973827-0884-AA99-B93D-BB72BE57D3D1}"/>
              </a:ext>
            </a:extLst>
          </p:cNvPr>
          <p:cNvGrpSpPr/>
          <p:nvPr/>
        </p:nvGrpSpPr>
        <p:grpSpPr>
          <a:xfrm>
            <a:off x="2652377" y="4158954"/>
            <a:ext cx="2064432" cy="1069676"/>
            <a:chOff x="1811547" y="2518913"/>
            <a:chExt cx="1069676" cy="1069676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F1FA7974-891A-9093-6D2A-2E0F14F893F4}"/>
                </a:ext>
              </a:extLst>
            </p:cNvPr>
            <p:cNvSpPr/>
            <p:nvPr/>
          </p:nvSpPr>
          <p:spPr>
            <a:xfrm>
              <a:off x="1811547" y="2518913"/>
              <a:ext cx="1069676" cy="10696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22C8D6A7-FBB2-2345-CBC7-EAB03D8C140F}"/>
                </a:ext>
              </a:extLst>
            </p:cNvPr>
            <p:cNvSpPr/>
            <p:nvPr/>
          </p:nvSpPr>
          <p:spPr>
            <a:xfrm>
              <a:off x="1811547" y="2518913"/>
              <a:ext cx="914400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space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E0467A6-1E28-CFEF-F459-F3C08C9372C2}"/>
              </a:ext>
            </a:extLst>
          </p:cNvPr>
          <p:cNvGrpSpPr/>
          <p:nvPr/>
        </p:nvGrpSpPr>
        <p:grpSpPr>
          <a:xfrm>
            <a:off x="2652377" y="5423199"/>
            <a:ext cx="2064432" cy="1069676"/>
            <a:chOff x="1811547" y="2518913"/>
            <a:chExt cx="1069676" cy="1069676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AAE5F5D0-15E8-EB3E-D4CE-F49BAEC95E9D}"/>
                </a:ext>
              </a:extLst>
            </p:cNvPr>
            <p:cNvSpPr/>
            <p:nvPr/>
          </p:nvSpPr>
          <p:spPr>
            <a:xfrm>
              <a:off x="1811547" y="2518913"/>
              <a:ext cx="1069676" cy="10696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F0AD0AD1-8B31-15E1-5DD0-10578A72AD67}"/>
                </a:ext>
              </a:extLst>
            </p:cNvPr>
            <p:cNvSpPr/>
            <p:nvPr/>
          </p:nvSpPr>
          <p:spPr>
            <a:xfrm>
              <a:off x="1811547" y="2518913"/>
              <a:ext cx="914400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</a:rPr>
                <a:t>Shift</a:t>
              </a:r>
            </a:p>
          </p:txBody>
        </p:sp>
      </p:grpSp>
      <p:pic>
        <p:nvPicPr>
          <p:cNvPr id="64" name="Content Placeholder 4" descr="A picture containing toy&#10;&#10;Description automatically generated">
            <a:extLst>
              <a:ext uri="{FF2B5EF4-FFF2-40B4-BE49-F238E27FC236}">
                <a16:creationId xmlns:a16="http://schemas.microsoft.com/office/drawing/2014/main" id="{87798E28-C550-0DDC-3C1B-234DC2BC7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81" y="4141754"/>
            <a:ext cx="2278124" cy="1281445"/>
          </a:xfrm>
          <a:prstGeom prst="rect">
            <a:avLst/>
          </a:prstGeom>
        </p:spPr>
      </p:pic>
      <p:pic>
        <p:nvPicPr>
          <p:cNvPr id="65" name="Graphic 64" descr="Arrow: Straight with solid fill">
            <a:extLst>
              <a:ext uri="{FF2B5EF4-FFF2-40B4-BE49-F238E27FC236}">
                <a16:creationId xmlns:a16="http://schemas.microsoft.com/office/drawing/2014/main" id="{5031FFF6-7AB0-DBD2-1AD6-1983549EAF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085165" y="1899467"/>
            <a:ext cx="914400" cy="914400"/>
          </a:xfrm>
          <a:prstGeom prst="rect">
            <a:avLst/>
          </a:prstGeom>
        </p:spPr>
      </p:pic>
      <p:pic>
        <p:nvPicPr>
          <p:cNvPr id="66" name="Graphic 65" descr="Arrow: Straight with solid fill">
            <a:extLst>
              <a:ext uri="{FF2B5EF4-FFF2-40B4-BE49-F238E27FC236}">
                <a16:creationId xmlns:a16="http://schemas.microsoft.com/office/drawing/2014/main" id="{36F0A75B-50BD-DBFE-A851-7806082491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 flipV="1">
            <a:off x="1170765" y="5699185"/>
            <a:ext cx="914400" cy="914400"/>
          </a:xfrm>
          <a:prstGeom prst="rect">
            <a:avLst/>
          </a:prstGeom>
        </p:spPr>
      </p:pic>
      <p:pic>
        <p:nvPicPr>
          <p:cNvPr id="68" name="Graphic 67" descr="Arrow: Rotate left with solid fill">
            <a:extLst>
              <a:ext uri="{FF2B5EF4-FFF2-40B4-BE49-F238E27FC236}">
                <a16:creationId xmlns:a16="http://schemas.microsoft.com/office/drawing/2014/main" id="{7BD80AD5-B85B-7BB8-304A-98A90E2294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4992681" y="4318061"/>
            <a:ext cx="914400" cy="914400"/>
          </a:xfrm>
          <a:prstGeom prst="rect">
            <a:avLst/>
          </a:prstGeom>
        </p:spPr>
      </p:pic>
      <p:pic>
        <p:nvPicPr>
          <p:cNvPr id="69" name="Graphic 68" descr="Arrow: Rotate left with solid fill">
            <a:extLst>
              <a:ext uri="{FF2B5EF4-FFF2-40B4-BE49-F238E27FC236}">
                <a16:creationId xmlns:a16="http://schemas.microsoft.com/office/drawing/2014/main" id="{8330DDE4-9FEA-D48B-6781-2D67E1C612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 flipH="1">
            <a:off x="7167125" y="4375583"/>
            <a:ext cx="914400" cy="914400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34128D05-3152-D6B2-77F5-1E7F934D87CD}"/>
              </a:ext>
            </a:extLst>
          </p:cNvPr>
          <p:cNvGrpSpPr/>
          <p:nvPr/>
        </p:nvGrpSpPr>
        <p:grpSpPr>
          <a:xfrm>
            <a:off x="6588943" y="5423199"/>
            <a:ext cx="1069676" cy="1069676"/>
            <a:chOff x="1811547" y="2518913"/>
            <a:chExt cx="1069676" cy="1069676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52A18678-8D00-458B-ABB0-A1ADAA67487D}"/>
                </a:ext>
              </a:extLst>
            </p:cNvPr>
            <p:cNvSpPr/>
            <p:nvPr/>
          </p:nvSpPr>
          <p:spPr>
            <a:xfrm>
              <a:off x="1811547" y="2518913"/>
              <a:ext cx="1069676" cy="10696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F8D83813-6B4C-BBE4-BADA-B058FFF59DFF}"/>
                </a:ext>
              </a:extLst>
            </p:cNvPr>
            <p:cNvSpPr/>
            <p:nvPr/>
          </p:nvSpPr>
          <p:spPr>
            <a:xfrm>
              <a:off x="1811547" y="2518913"/>
              <a:ext cx="914400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5D83871-C6C1-31FC-DBAB-92B696756343}"/>
              </a:ext>
            </a:extLst>
          </p:cNvPr>
          <p:cNvGrpSpPr/>
          <p:nvPr/>
        </p:nvGrpSpPr>
        <p:grpSpPr>
          <a:xfrm>
            <a:off x="5363991" y="5404509"/>
            <a:ext cx="1069676" cy="1069676"/>
            <a:chOff x="1811547" y="2518913"/>
            <a:chExt cx="1069676" cy="1069676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1A117355-58F1-0209-2067-48C2F6FE5E14}"/>
                </a:ext>
              </a:extLst>
            </p:cNvPr>
            <p:cNvSpPr/>
            <p:nvPr/>
          </p:nvSpPr>
          <p:spPr>
            <a:xfrm>
              <a:off x="1811547" y="2518913"/>
              <a:ext cx="1069676" cy="10696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66EF9B27-5B3F-95C5-11B9-3307E958234E}"/>
                </a:ext>
              </a:extLst>
            </p:cNvPr>
            <p:cNvSpPr/>
            <p:nvPr/>
          </p:nvSpPr>
          <p:spPr>
            <a:xfrm>
              <a:off x="1811547" y="2518913"/>
              <a:ext cx="914400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pic>
        <p:nvPicPr>
          <p:cNvPr id="76" name="Content Placeholder 4" descr="A picture containing toy&#10;&#10;Description automatically generated">
            <a:extLst>
              <a:ext uri="{FF2B5EF4-FFF2-40B4-BE49-F238E27FC236}">
                <a16:creationId xmlns:a16="http://schemas.microsoft.com/office/drawing/2014/main" id="{5D0FE51C-3F96-1C3B-43E2-E61E7BB68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171" y="4104373"/>
            <a:ext cx="2278124" cy="1281445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E7FAF1FC-C6F5-0FE0-DA2D-B6A2B3EF89C8}"/>
              </a:ext>
            </a:extLst>
          </p:cNvPr>
          <p:cNvGrpSpPr/>
          <p:nvPr/>
        </p:nvGrpSpPr>
        <p:grpSpPr>
          <a:xfrm>
            <a:off x="9808233" y="5367128"/>
            <a:ext cx="1069676" cy="1069676"/>
            <a:chOff x="1811547" y="2518913"/>
            <a:chExt cx="1069676" cy="1069676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C6E64D04-C6AC-56CF-8290-6BD3DC937062}"/>
                </a:ext>
              </a:extLst>
            </p:cNvPr>
            <p:cNvSpPr/>
            <p:nvPr/>
          </p:nvSpPr>
          <p:spPr>
            <a:xfrm>
              <a:off x="1811547" y="2518913"/>
              <a:ext cx="1069676" cy="10696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DC834460-4B2B-5C09-55A4-8294127D7FBA}"/>
                </a:ext>
              </a:extLst>
            </p:cNvPr>
            <p:cNvSpPr/>
            <p:nvPr/>
          </p:nvSpPr>
          <p:spPr>
            <a:xfrm>
              <a:off x="1811547" y="2518913"/>
              <a:ext cx="914400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9FC0811-BDCF-BC42-0F8E-87C5E752EE99}"/>
              </a:ext>
            </a:extLst>
          </p:cNvPr>
          <p:cNvGrpSpPr/>
          <p:nvPr/>
        </p:nvGrpSpPr>
        <p:grpSpPr>
          <a:xfrm>
            <a:off x="8583281" y="5367128"/>
            <a:ext cx="1069676" cy="1069676"/>
            <a:chOff x="1811547" y="2518913"/>
            <a:chExt cx="1069676" cy="1069676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8F61F13C-5439-8014-73A4-BE7080BE3ECC}"/>
                </a:ext>
              </a:extLst>
            </p:cNvPr>
            <p:cNvSpPr/>
            <p:nvPr/>
          </p:nvSpPr>
          <p:spPr>
            <a:xfrm>
              <a:off x="1811547" y="2518913"/>
              <a:ext cx="1069676" cy="10696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6BE653C7-702B-76BB-AF95-9D2699314FB5}"/>
                </a:ext>
              </a:extLst>
            </p:cNvPr>
            <p:cNvSpPr/>
            <p:nvPr/>
          </p:nvSpPr>
          <p:spPr>
            <a:xfrm>
              <a:off x="1811547" y="2518913"/>
              <a:ext cx="914400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Q</a:t>
              </a:r>
            </a:p>
          </p:txBody>
        </p:sp>
      </p:grpSp>
      <p:pic>
        <p:nvPicPr>
          <p:cNvPr id="85" name="Graphic 84" descr="Arrow: Straight with solid fill">
            <a:extLst>
              <a:ext uri="{FF2B5EF4-FFF2-40B4-BE49-F238E27FC236}">
                <a16:creationId xmlns:a16="http://schemas.microsoft.com/office/drawing/2014/main" id="{E2A9E910-5FD3-2182-5DE3-98B3D793B7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2535" y="4455823"/>
            <a:ext cx="914400" cy="914400"/>
          </a:xfrm>
          <a:prstGeom prst="rect">
            <a:avLst/>
          </a:prstGeom>
        </p:spPr>
      </p:pic>
      <p:pic>
        <p:nvPicPr>
          <p:cNvPr id="86" name="Graphic 85" descr="Arrow: Straight with solid fill">
            <a:extLst>
              <a:ext uri="{FF2B5EF4-FFF2-40B4-BE49-F238E27FC236}">
                <a16:creationId xmlns:a16="http://schemas.microsoft.com/office/drawing/2014/main" id="{4970C3D1-FEDB-8BF7-604D-B463C54881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0265433" y="44399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6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7F4A86-0BD8-7F2C-DAEF-3DD574202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85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77CFA51-8BCC-580F-91C5-2267D68F4F00}"/>
              </a:ext>
            </a:extLst>
          </p:cNvPr>
          <p:cNvSpPr/>
          <p:nvPr/>
        </p:nvSpPr>
        <p:spPr>
          <a:xfrm>
            <a:off x="2876550" y="112238"/>
            <a:ext cx="5057775" cy="2463107"/>
          </a:xfrm>
          <a:prstGeom prst="rect">
            <a:avLst/>
          </a:prstGeom>
          <a:solidFill>
            <a:srgbClr val="4C4C4C"/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DE95C-AF44-B196-31D1-911B9921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29175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The UI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FE45BB1-A0DB-D614-698F-E93A055D8924}"/>
              </a:ext>
            </a:extLst>
          </p:cNvPr>
          <p:cNvSpPr/>
          <p:nvPr/>
        </p:nvSpPr>
        <p:spPr>
          <a:xfrm>
            <a:off x="1981200" y="4305300"/>
            <a:ext cx="895350" cy="1143000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C4478-CC45-F131-1AD1-A1080D2F8BB5}"/>
              </a:ext>
            </a:extLst>
          </p:cNvPr>
          <p:cNvSpPr txBox="1"/>
          <p:nvPr/>
        </p:nvSpPr>
        <p:spPr>
          <a:xfrm>
            <a:off x="1204912" y="3235964"/>
            <a:ext cx="2447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These are the items in your drone,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903E598-94B2-89D4-FF18-07D59497AB64}"/>
              </a:ext>
            </a:extLst>
          </p:cNvPr>
          <p:cNvSpPr/>
          <p:nvPr/>
        </p:nvSpPr>
        <p:spPr>
          <a:xfrm>
            <a:off x="9201150" y="4305300"/>
            <a:ext cx="895350" cy="1143000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7ADC6-0724-865D-6994-829621EE7224}"/>
              </a:ext>
            </a:extLst>
          </p:cNvPr>
          <p:cNvSpPr txBox="1"/>
          <p:nvPr/>
        </p:nvSpPr>
        <p:spPr>
          <a:xfrm>
            <a:off x="8424862" y="3235964"/>
            <a:ext cx="2447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This is the order you have to collect.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E756AA5F-5A22-52B2-1C6F-A4166D66C8CC}"/>
              </a:ext>
            </a:extLst>
          </p:cNvPr>
          <p:cNvSpPr/>
          <p:nvPr/>
        </p:nvSpPr>
        <p:spPr>
          <a:xfrm>
            <a:off x="5591174" y="3716768"/>
            <a:ext cx="895350" cy="1143000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81C965-2FD8-5583-26F7-6BB560D37887}"/>
              </a:ext>
            </a:extLst>
          </p:cNvPr>
          <p:cNvSpPr txBox="1"/>
          <p:nvPr/>
        </p:nvSpPr>
        <p:spPr>
          <a:xfrm>
            <a:off x="4767262" y="2715542"/>
            <a:ext cx="2543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This is your speed and the stabilizer indicator.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5AE0BCE-0D96-57B9-D9DF-2D18CE3BB3C8}"/>
              </a:ext>
            </a:extLst>
          </p:cNvPr>
          <p:cNvSpPr/>
          <p:nvPr/>
        </p:nvSpPr>
        <p:spPr>
          <a:xfrm rot="16200000">
            <a:off x="9991724" y="-11587"/>
            <a:ext cx="895350" cy="1143000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FA6E7F-ED1F-C734-B48E-EFDFF2B06868}"/>
              </a:ext>
            </a:extLst>
          </p:cNvPr>
          <p:cNvSpPr txBox="1"/>
          <p:nvPr/>
        </p:nvSpPr>
        <p:spPr>
          <a:xfrm>
            <a:off x="8353425" y="359858"/>
            <a:ext cx="1514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This tutorial</a:t>
            </a:r>
          </a:p>
        </p:txBody>
      </p:sp>
      <p:pic>
        <p:nvPicPr>
          <p:cNvPr id="15" name="Picture 14" descr="A picture containing device&#10;&#10;Description automatically generated">
            <a:extLst>
              <a:ext uri="{FF2B5EF4-FFF2-40B4-BE49-F238E27FC236}">
                <a16:creationId xmlns:a16="http://schemas.microsoft.com/office/drawing/2014/main" id="{69A5BD2E-8E38-2673-AB63-BBE2783B9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501" y="185253"/>
            <a:ext cx="1133633" cy="1124107"/>
          </a:xfrm>
          <a:prstGeom prst="rect">
            <a:avLst/>
          </a:prstGeom>
        </p:spPr>
      </p:pic>
      <p:pic>
        <p:nvPicPr>
          <p:cNvPr id="26" name="Picture 25" descr="A picture containing text, dark&#10;&#10;Description automatically generated">
            <a:extLst>
              <a:ext uri="{FF2B5EF4-FFF2-40B4-BE49-F238E27FC236}">
                <a16:creationId xmlns:a16="http://schemas.microsoft.com/office/drawing/2014/main" id="{4C1E3302-D4A0-CA6F-C19B-FCA220B24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210" y="1146396"/>
            <a:ext cx="1524213" cy="1428949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9DC99FD-2794-7F98-6B6C-9419816AA93A}"/>
              </a:ext>
            </a:extLst>
          </p:cNvPr>
          <p:cNvSpPr/>
          <p:nvPr/>
        </p:nvSpPr>
        <p:spPr>
          <a:xfrm>
            <a:off x="7019925" y="2695575"/>
            <a:ext cx="600967" cy="2695575"/>
          </a:xfrm>
          <a:custGeom>
            <a:avLst/>
            <a:gdLst>
              <a:gd name="connsiteX0" fmla="*/ 0 w 559782"/>
              <a:gd name="connsiteY0" fmla="*/ 2695575 h 2695575"/>
              <a:gd name="connsiteX1" fmla="*/ 476250 w 559782"/>
              <a:gd name="connsiteY1" fmla="*/ 1409700 h 2695575"/>
              <a:gd name="connsiteX2" fmla="*/ 552450 w 559782"/>
              <a:gd name="connsiteY2" fmla="*/ 1343025 h 2695575"/>
              <a:gd name="connsiteX3" fmla="*/ 552450 w 559782"/>
              <a:gd name="connsiteY3" fmla="*/ 0 h 2695575"/>
              <a:gd name="connsiteX0" fmla="*/ 0 w 559782"/>
              <a:gd name="connsiteY0" fmla="*/ 2695575 h 2695575"/>
              <a:gd name="connsiteX1" fmla="*/ 400050 w 559782"/>
              <a:gd name="connsiteY1" fmla="*/ 2028825 h 2695575"/>
              <a:gd name="connsiteX2" fmla="*/ 552450 w 559782"/>
              <a:gd name="connsiteY2" fmla="*/ 1343025 h 2695575"/>
              <a:gd name="connsiteX3" fmla="*/ 552450 w 559782"/>
              <a:gd name="connsiteY3" fmla="*/ 0 h 2695575"/>
              <a:gd name="connsiteX0" fmla="*/ 0 w 566762"/>
              <a:gd name="connsiteY0" fmla="*/ 2695575 h 2695575"/>
              <a:gd name="connsiteX1" fmla="*/ 400050 w 566762"/>
              <a:gd name="connsiteY1" fmla="*/ 2028825 h 2695575"/>
              <a:gd name="connsiteX2" fmla="*/ 561975 w 566762"/>
              <a:gd name="connsiteY2" fmla="*/ 790575 h 2695575"/>
              <a:gd name="connsiteX3" fmla="*/ 552450 w 566762"/>
              <a:gd name="connsiteY3" fmla="*/ 0 h 2695575"/>
              <a:gd name="connsiteX0" fmla="*/ 0 w 600920"/>
              <a:gd name="connsiteY0" fmla="*/ 2695575 h 2695575"/>
              <a:gd name="connsiteX1" fmla="*/ 561975 w 600920"/>
              <a:gd name="connsiteY1" fmla="*/ 1609725 h 2695575"/>
              <a:gd name="connsiteX2" fmla="*/ 561975 w 600920"/>
              <a:gd name="connsiteY2" fmla="*/ 790575 h 2695575"/>
              <a:gd name="connsiteX3" fmla="*/ 552450 w 600920"/>
              <a:gd name="connsiteY3" fmla="*/ 0 h 2695575"/>
              <a:gd name="connsiteX0" fmla="*/ 0 w 600967"/>
              <a:gd name="connsiteY0" fmla="*/ 2695575 h 2695575"/>
              <a:gd name="connsiteX1" fmla="*/ 561975 w 600967"/>
              <a:gd name="connsiteY1" fmla="*/ 1609725 h 2695575"/>
              <a:gd name="connsiteX2" fmla="*/ 552450 w 600967"/>
              <a:gd name="connsiteY2" fmla="*/ 0 h 269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0967" h="2695575">
                <a:moveTo>
                  <a:pt x="0" y="2695575"/>
                </a:moveTo>
                <a:cubicBezTo>
                  <a:pt x="192087" y="2165350"/>
                  <a:pt x="469900" y="2058987"/>
                  <a:pt x="561975" y="1609725"/>
                </a:cubicBezTo>
                <a:cubicBezTo>
                  <a:pt x="654050" y="1160463"/>
                  <a:pt x="554434" y="335359"/>
                  <a:pt x="552450" y="0"/>
                </a:cubicBezTo>
              </a:path>
            </a:pathLst>
          </a:custGeom>
          <a:ln w="76200"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AFA88E-575D-3FE1-3AE9-775625DFD961}"/>
              </a:ext>
            </a:extLst>
          </p:cNvPr>
          <p:cNvSpPr txBox="1"/>
          <p:nvPr/>
        </p:nvSpPr>
        <p:spPr>
          <a:xfrm>
            <a:off x="4538608" y="335519"/>
            <a:ext cx="3286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Stabilizer </a:t>
            </a:r>
            <a:r>
              <a:rPr lang="en-US" sz="2000" dirty="0">
                <a:solidFill>
                  <a:schemeClr val="accent6"/>
                </a:solidFill>
              </a:rPr>
              <a:t>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No input = a stationary hover.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B4B6F4-4AE2-2843-9E80-670710CD4FB4}"/>
              </a:ext>
            </a:extLst>
          </p:cNvPr>
          <p:cNvSpPr txBox="1"/>
          <p:nvPr/>
        </p:nvSpPr>
        <p:spPr>
          <a:xfrm>
            <a:off x="4562423" y="1352480"/>
            <a:ext cx="32862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Stabilizer </a:t>
            </a:r>
            <a:r>
              <a:rPr lang="en-US" sz="2000" dirty="0">
                <a:solidFill>
                  <a:schemeClr val="accent2"/>
                </a:solidFill>
              </a:rPr>
              <a:t>off</a:t>
            </a:r>
          </a:p>
          <a:p>
            <a:r>
              <a:rPr lang="en-US" sz="2000" dirty="0">
                <a:solidFill>
                  <a:schemeClr val="bg1"/>
                </a:solidFill>
              </a:rPr>
              <a:t>No input = maintain height, horizontal speed unchanged.</a:t>
            </a: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86D37864-7E09-EAD9-4F60-363B1348FE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5" y="5699185"/>
            <a:ext cx="1158815" cy="115881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2ADE3CF-1B8D-DC4C-6DAE-82214797D87F}"/>
              </a:ext>
            </a:extLst>
          </p:cNvPr>
          <p:cNvGrpSpPr/>
          <p:nvPr/>
        </p:nvGrpSpPr>
        <p:grpSpPr>
          <a:xfrm>
            <a:off x="7752566" y="1877494"/>
            <a:ext cx="767949" cy="767949"/>
            <a:chOff x="1811547" y="2518913"/>
            <a:chExt cx="1069676" cy="106967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2A01DE4-9F17-E472-B66D-ECFB59D3318D}"/>
                </a:ext>
              </a:extLst>
            </p:cNvPr>
            <p:cNvSpPr/>
            <p:nvPr/>
          </p:nvSpPr>
          <p:spPr>
            <a:xfrm>
              <a:off x="1811547" y="2518913"/>
              <a:ext cx="1069676" cy="1069676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C3AD5C3-E692-8966-2894-18C83A2D2682}"/>
                </a:ext>
              </a:extLst>
            </p:cNvPr>
            <p:cNvSpPr/>
            <p:nvPr/>
          </p:nvSpPr>
          <p:spPr>
            <a:xfrm>
              <a:off x="1811547" y="2518913"/>
              <a:ext cx="914400" cy="9144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chemeClr val="tx1"/>
                  </a:solidFill>
                </a:rPr>
                <a:t>T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D35058F-AB2E-9072-2CD0-0B48CBCE9EDD}"/>
              </a:ext>
            </a:extLst>
          </p:cNvPr>
          <p:cNvSpPr txBox="1"/>
          <p:nvPr/>
        </p:nvSpPr>
        <p:spPr>
          <a:xfrm>
            <a:off x="7596304" y="2626113"/>
            <a:ext cx="1086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Shortcut</a:t>
            </a:r>
          </a:p>
        </p:txBody>
      </p:sp>
    </p:spTree>
    <p:extLst>
      <p:ext uri="{BB962C8B-B14F-4D97-AF65-F5344CB8AC3E}">
        <p14:creationId xmlns:p14="http://schemas.microsoft.com/office/powerpoint/2010/main" val="47746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F86290-6D87-6F00-B6BF-593F74F43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49" y="718125"/>
            <a:ext cx="2276475" cy="23158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A726F4-4F1A-0E43-5DDB-DF59D3337A0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Collecting apples 🍏, tomatoes 🍅 or wheat🌾 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B0B7EBE-7EE7-1C7B-A52D-EC65C6853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551" y="584775"/>
            <a:ext cx="2276475" cy="2276475"/>
          </a:xfrm>
          <a:prstGeom prst="rect">
            <a:avLst/>
          </a:prstGeom>
        </p:spPr>
      </p:pic>
      <p:pic>
        <p:nvPicPr>
          <p:cNvPr id="50" name="Picture 49" descr="A picture containing umbrella, accessory&#10;&#10;Description automatically generated">
            <a:extLst>
              <a:ext uri="{FF2B5EF4-FFF2-40B4-BE49-F238E27FC236}">
                <a16:creationId xmlns:a16="http://schemas.microsoft.com/office/drawing/2014/main" id="{FF57BF49-A2ED-58DF-D8D3-A99E0E3A3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5" y="2849700"/>
            <a:ext cx="1711122" cy="1711122"/>
          </a:xfrm>
          <a:prstGeom prst="rect">
            <a:avLst/>
          </a:prstGeom>
        </p:spPr>
      </p:pic>
      <p:pic>
        <p:nvPicPr>
          <p:cNvPr id="52" name="Picture 51" descr="A picture containing light&#10;&#10;Description automatically generated">
            <a:extLst>
              <a:ext uri="{FF2B5EF4-FFF2-40B4-BE49-F238E27FC236}">
                <a16:creationId xmlns:a16="http://schemas.microsoft.com/office/drawing/2014/main" id="{E8768698-E89C-AB60-02A5-9B15967B85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4" y="4716607"/>
            <a:ext cx="1794643" cy="1794643"/>
          </a:xfrm>
          <a:prstGeom prst="rect">
            <a:avLst/>
          </a:prstGeom>
        </p:spPr>
      </p:pic>
      <p:sp>
        <p:nvSpPr>
          <p:cNvPr id="54" name="Arrow: Right 53">
            <a:extLst>
              <a:ext uri="{FF2B5EF4-FFF2-40B4-BE49-F238E27FC236}">
                <a16:creationId xmlns:a16="http://schemas.microsoft.com/office/drawing/2014/main" id="{7DD01F3F-713C-A20A-D1B3-6AFAE0AE02A7}"/>
              </a:ext>
            </a:extLst>
          </p:cNvPr>
          <p:cNvSpPr/>
          <p:nvPr/>
        </p:nvSpPr>
        <p:spPr>
          <a:xfrm>
            <a:off x="7426667" y="3166200"/>
            <a:ext cx="1787992" cy="107812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on tomatoes</a:t>
            </a:r>
          </a:p>
        </p:txBody>
      </p:sp>
      <p:pic>
        <p:nvPicPr>
          <p:cNvPr id="57" name="Graphic 56" descr="Cursor with solid fill">
            <a:extLst>
              <a:ext uri="{FF2B5EF4-FFF2-40B4-BE49-F238E27FC236}">
                <a16:creationId xmlns:a16="http://schemas.microsoft.com/office/drawing/2014/main" id="{A5E61D8A-7430-C274-D400-FA93A1B6EE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7662" y="1545218"/>
            <a:ext cx="789988" cy="789988"/>
          </a:xfrm>
          <a:prstGeom prst="rect">
            <a:avLst/>
          </a:prstGeom>
        </p:spPr>
      </p:pic>
      <p:pic>
        <p:nvPicPr>
          <p:cNvPr id="59" name="Picture 58" descr="A picture containing toy&#10;&#10;Description automatically generated">
            <a:extLst>
              <a:ext uri="{FF2B5EF4-FFF2-40B4-BE49-F238E27FC236}">
                <a16:creationId xmlns:a16="http://schemas.microsoft.com/office/drawing/2014/main" id="{7227C457-22E8-C992-7ADF-D83C086C8E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822" y="2896231"/>
            <a:ext cx="2876550" cy="161805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AAD23B2-4E02-101B-9528-65A73C13B4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6139" y="2881168"/>
            <a:ext cx="1711122" cy="2315476"/>
          </a:xfrm>
          <a:prstGeom prst="rect">
            <a:avLst/>
          </a:prstGeom>
        </p:spPr>
      </p:pic>
      <p:pic>
        <p:nvPicPr>
          <p:cNvPr id="63" name="Picture 62" descr="A picture containing light&#10;&#10;Description automatically generated">
            <a:extLst>
              <a:ext uri="{FF2B5EF4-FFF2-40B4-BE49-F238E27FC236}">
                <a16:creationId xmlns:a16="http://schemas.microsoft.com/office/drawing/2014/main" id="{74B4B859-6DA5-58F3-4D6C-EB22985B18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40" y="4845284"/>
            <a:ext cx="1794643" cy="1794643"/>
          </a:xfrm>
          <a:prstGeom prst="rect">
            <a:avLst/>
          </a:prstGeom>
        </p:spPr>
      </p:pic>
      <p:pic>
        <p:nvPicPr>
          <p:cNvPr id="67" name="Graphic 66" descr="Cursor with solid fill">
            <a:extLst>
              <a:ext uri="{FF2B5EF4-FFF2-40B4-BE49-F238E27FC236}">
                <a16:creationId xmlns:a16="http://schemas.microsoft.com/office/drawing/2014/main" id="{E0CC7214-3623-BF11-DB43-0526DA5D6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3156" y="3508839"/>
            <a:ext cx="789988" cy="789988"/>
          </a:xfrm>
          <a:prstGeom prst="rect">
            <a:avLst/>
          </a:prstGeom>
        </p:spPr>
      </p:pic>
      <p:pic>
        <p:nvPicPr>
          <p:cNvPr id="68" name="Graphic 67" descr="Cursor with solid fill">
            <a:extLst>
              <a:ext uri="{FF2B5EF4-FFF2-40B4-BE49-F238E27FC236}">
                <a16:creationId xmlns:a16="http://schemas.microsoft.com/office/drawing/2014/main" id="{BC4AE79A-D5C1-1AB5-9F7D-AAED1E61FC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9553" y="5495022"/>
            <a:ext cx="789988" cy="789988"/>
          </a:xfrm>
          <a:prstGeom prst="rect">
            <a:avLst/>
          </a:prstGeom>
        </p:spPr>
      </p:pic>
      <p:sp>
        <p:nvSpPr>
          <p:cNvPr id="69" name="Arrow: Right 68">
            <a:extLst>
              <a:ext uri="{FF2B5EF4-FFF2-40B4-BE49-F238E27FC236}">
                <a16:creationId xmlns:a16="http://schemas.microsoft.com/office/drawing/2014/main" id="{B2075F2A-E7EF-9BBC-3FBE-1B3E0253E216}"/>
              </a:ext>
            </a:extLst>
          </p:cNvPr>
          <p:cNvSpPr/>
          <p:nvPr/>
        </p:nvSpPr>
        <p:spPr>
          <a:xfrm rot="20133203">
            <a:off x="7479830" y="4680839"/>
            <a:ext cx="1787992" cy="107812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on wheat</a:t>
            </a: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9574F44D-C879-0215-F12D-589C70E7ED12}"/>
              </a:ext>
            </a:extLst>
          </p:cNvPr>
          <p:cNvSpPr/>
          <p:nvPr/>
        </p:nvSpPr>
        <p:spPr>
          <a:xfrm rot="1623653">
            <a:off x="7425134" y="1713808"/>
            <a:ext cx="1787992" cy="107812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on apples</a:t>
            </a:r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5B0EF7CB-EF00-FFBB-9328-8C912AAF9E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5" y="5699185"/>
            <a:ext cx="1158815" cy="115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6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A726F4-4F1A-0E43-5DDB-DF59D3337A0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Collecting buckets, water and milk</a:t>
            </a:r>
          </a:p>
        </p:txBody>
      </p:sp>
      <p:pic>
        <p:nvPicPr>
          <p:cNvPr id="59" name="Picture 58" descr="A picture containing toy&#10;&#10;Description automatically generated">
            <a:extLst>
              <a:ext uri="{FF2B5EF4-FFF2-40B4-BE49-F238E27FC236}">
                <a16:creationId xmlns:a16="http://schemas.microsoft.com/office/drawing/2014/main" id="{7227C457-22E8-C992-7ADF-D83C086C8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170" y="2984740"/>
            <a:ext cx="2719201" cy="1529550"/>
          </a:xfrm>
          <a:prstGeom prst="rect">
            <a:avLst/>
          </a:prstGeom>
        </p:spPr>
      </p:pic>
      <p:pic>
        <p:nvPicPr>
          <p:cNvPr id="3" name="Picture 2" descr="A picture containing yellow&#10;&#10;Description automatically generated">
            <a:extLst>
              <a:ext uri="{FF2B5EF4-FFF2-40B4-BE49-F238E27FC236}">
                <a16:creationId xmlns:a16="http://schemas.microsoft.com/office/drawing/2014/main" id="{DB24A937-2A5C-0E97-5346-8441C55CE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02" y="4761382"/>
            <a:ext cx="1794643" cy="17946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4DA148-BF79-4521-F433-F00CC51C7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520" y="927741"/>
            <a:ext cx="1639787" cy="1517414"/>
          </a:xfrm>
          <a:prstGeom prst="rect">
            <a:avLst/>
          </a:prstGeom>
        </p:spPr>
      </p:pic>
      <p:pic>
        <p:nvPicPr>
          <p:cNvPr id="6" name="Picture 5" descr="A picture containing yellow&#10;&#10;Description automatically generated">
            <a:extLst>
              <a:ext uri="{FF2B5EF4-FFF2-40B4-BE49-F238E27FC236}">
                <a16:creationId xmlns:a16="http://schemas.microsoft.com/office/drawing/2014/main" id="{D1FF5F0A-AD35-2A8F-29B6-BFC594322D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09" y="2753744"/>
            <a:ext cx="1903031" cy="1903031"/>
          </a:xfrm>
          <a:prstGeom prst="rect">
            <a:avLst/>
          </a:prstGeom>
        </p:spPr>
      </p:pic>
      <p:pic>
        <p:nvPicPr>
          <p:cNvPr id="8" name="Picture 7" descr="A picture containing box&#10;&#10;Description automatically generated">
            <a:extLst>
              <a:ext uri="{FF2B5EF4-FFF2-40B4-BE49-F238E27FC236}">
                <a16:creationId xmlns:a16="http://schemas.microsoft.com/office/drawing/2014/main" id="{76CD83DF-A6C8-E58F-6B72-92A4F08920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23" y="730307"/>
            <a:ext cx="2020391" cy="2020391"/>
          </a:xfrm>
          <a:prstGeom prst="rect">
            <a:avLst/>
          </a:prstGeom>
        </p:spPr>
      </p:pic>
      <p:sp>
        <p:nvSpPr>
          <p:cNvPr id="12" name="Arrow: Bent 11">
            <a:extLst>
              <a:ext uri="{FF2B5EF4-FFF2-40B4-BE49-F238E27FC236}">
                <a16:creationId xmlns:a16="http://schemas.microsoft.com/office/drawing/2014/main" id="{43B66A1A-1E52-F235-C98B-C2FCA32819C6}"/>
              </a:ext>
            </a:extLst>
          </p:cNvPr>
          <p:cNvSpPr/>
          <p:nvPr/>
        </p:nvSpPr>
        <p:spPr>
          <a:xfrm>
            <a:off x="3113368" y="1397479"/>
            <a:ext cx="759892" cy="871268"/>
          </a:xfrm>
          <a:prstGeom prst="ben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 descr="A picture containing toy&#10;&#10;Description automatically generated">
            <a:extLst>
              <a:ext uri="{FF2B5EF4-FFF2-40B4-BE49-F238E27FC236}">
                <a16:creationId xmlns:a16="http://schemas.microsoft.com/office/drawing/2014/main" id="{6E71BF46-26F3-691C-32E1-82DC7057F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289" y="2394099"/>
            <a:ext cx="1267906" cy="713197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3F3DD1B3-A258-09E7-BD25-DC226463AB84}"/>
              </a:ext>
            </a:extLst>
          </p:cNvPr>
          <p:cNvSpPr/>
          <p:nvPr/>
        </p:nvSpPr>
        <p:spPr>
          <a:xfrm rot="1623653">
            <a:off x="8356242" y="1855038"/>
            <a:ext cx="1787992" cy="107812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on bucket</a:t>
            </a:r>
          </a:p>
        </p:txBody>
      </p:sp>
      <p:pic>
        <p:nvPicPr>
          <p:cNvPr id="17" name="Picture 16" descr="A picture containing box&#10;&#10;Description automatically generated">
            <a:extLst>
              <a:ext uri="{FF2B5EF4-FFF2-40B4-BE49-F238E27FC236}">
                <a16:creationId xmlns:a16="http://schemas.microsoft.com/office/drawing/2014/main" id="{38771A27-B2EF-6BE6-2163-AF21E8092F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153" y="730306"/>
            <a:ext cx="2020391" cy="2020391"/>
          </a:xfrm>
          <a:prstGeom prst="rect">
            <a:avLst/>
          </a:prstGeom>
        </p:spPr>
      </p:pic>
      <p:pic>
        <p:nvPicPr>
          <p:cNvPr id="15" name="Graphic 14" descr="Cursor with solid fill">
            <a:extLst>
              <a:ext uri="{FF2B5EF4-FFF2-40B4-BE49-F238E27FC236}">
                <a16:creationId xmlns:a16="http://schemas.microsoft.com/office/drawing/2014/main" id="{F66C616F-5CC3-B43A-CDED-F6E3C888FA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8887" y="1699388"/>
            <a:ext cx="789988" cy="789988"/>
          </a:xfrm>
          <a:prstGeom prst="rect">
            <a:avLst/>
          </a:prstGeom>
        </p:spPr>
      </p:pic>
      <p:pic>
        <p:nvPicPr>
          <p:cNvPr id="18" name="Picture 17" descr="A picture containing toy&#10;&#10;Description automatically generated">
            <a:extLst>
              <a:ext uri="{FF2B5EF4-FFF2-40B4-BE49-F238E27FC236}">
                <a16:creationId xmlns:a16="http://schemas.microsoft.com/office/drawing/2014/main" id="{E75D81FA-D393-55DB-A657-EF48F2CC2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540" y="3244093"/>
            <a:ext cx="1823966" cy="1025981"/>
          </a:xfrm>
          <a:prstGeom prst="rect">
            <a:avLst/>
          </a:prstGeom>
        </p:spPr>
      </p:pic>
      <p:pic>
        <p:nvPicPr>
          <p:cNvPr id="19" name="Picture 18" descr="A picture containing box&#10;&#10;Description automatically generated">
            <a:extLst>
              <a:ext uri="{FF2B5EF4-FFF2-40B4-BE49-F238E27FC236}">
                <a16:creationId xmlns:a16="http://schemas.microsoft.com/office/drawing/2014/main" id="{D8F3C3A9-08F8-8107-C890-EF9BEA07BA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116" y="3496476"/>
            <a:ext cx="910395" cy="910395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1E2E4E05-0086-E50E-B082-D62B29B550FA}"/>
              </a:ext>
            </a:extLst>
          </p:cNvPr>
          <p:cNvSpPr/>
          <p:nvPr/>
        </p:nvSpPr>
        <p:spPr>
          <a:xfrm rot="20774537">
            <a:off x="3971000" y="2902334"/>
            <a:ext cx="2593068" cy="768692"/>
          </a:xfrm>
          <a:prstGeom prst="rightArrow">
            <a:avLst>
              <a:gd name="adj1" fmla="val 53998"/>
              <a:gd name="adj2" fmla="val 60662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Have bucket in storage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CE93F01-56FC-CFE0-F64C-5A4196D3FD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4314" y="2448432"/>
            <a:ext cx="687107" cy="1173807"/>
          </a:xfrm>
          <a:prstGeom prst="rect">
            <a:avLst/>
          </a:prstGeom>
        </p:spPr>
      </p:pic>
      <p:pic>
        <p:nvPicPr>
          <p:cNvPr id="23" name="Graphic 22" descr="Cursor with solid fill">
            <a:extLst>
              <a:ext uri="{FF2B5EF4-FFF2-40B4-BE49-F238E27FC236}">
                <a16:creationId xmlns:a16="http://schemas.microsoft.com/office/drawing/2014/main" id="{984D1423-29D4-A148-552B-9F3F8AC5F7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8562" y="3162696"/>
            <a:ext cx="462114" cy="462114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89B41EEC-E99D-D116-5A42-A2361DA3BF4D}"/>
              </a:ext>
            </a:extLst>
          </p:cNvPr>
          <p:cNvSpPr/>
          <p:nvPr/>
        </p:nvSpPr>
        <p:spPr>
          <a:xfrm rot="20496174">
            <a:off x="7986411" y="3649476"/>
            <a:ext cx="1811370" cy="117836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on </a:t>
            </a:r>
            <a:br>
              <a:rPr lang="en-US" dirty="0"/>
            </a:br>
            <a:r>
              <a:rPr lang="en-US" dirty="0"/>
              <a:t>water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4677852-DDD3-D551-E68E-9A9218676E87}"/>
              </a:ext>
            </a:extLst>
          </p:cNvPr>
          <p:cNvSpPr/>
          <p:nvPr/>
        </p:nvSpPr>
        <p:spPr>
          <a:xfrm>
            <a:off x="4913366" y="1223009"/>
            <a:ext cx="1787992" cy="107812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Fly in barn</a:t>
            </a:r>
          </a:p>
        </p:txBody>
      </p:sp>
      <p:pic>
        <p:nvPicPr>
          <p:cNvPr id="26" name="Picture 25" descr="A picture containing yellow&#10;&#10;Description automatically generated">
            <a:extLst>
              <a:ext uri="{FF2B5EF4-FFF2-40B4-BE49-F238E27FC236}">
                <a16:creationId xmlns:a16="http://schemas.microsoft.com/office/drawing/2014/main" id="{A6E33105-9EE8-6924-61DC-CE15F84B1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93" y="4270074"/>
            <a:ext cx="1172145" cy="1172145"/>
          </a:xfrm>
          <a:prstGeom prst="rect">
            <a:avLst/>
          </a:prstGeom>
        </p:spPr>
      </p:pic>
      <p:sp>
        <p:nvSpPr>
          <p:cNvPr id="27" name="Arrow: Down 26">
            <a:extLst>
              <a:ext uri="{FF2B5EF4-FFF2-40B4-BE49-F238E27FC236}">
                <a16:creationId xmlns:a16="http://schemas.microsoft.com/office/drawing/2014/main" id="{9E7FEB4B-8C21-7BC1-637A-85DA14D9DCAD}"/>
              </a:ext>
            </a:extLst>
          </p:cNvPr>
          <p:cNvSpPr/>
          <p:nvPr/>
        </p:nvSpPr>
        <p:spPr>
          <a:xfrm>
            <a:off x="6105884" y="3664343"/>
            <a:ext cx="1823965" cy="654078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Spawns water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3F44E14-D09D-290B-DA10-09BE66D874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3289" y="5189826"/>
            <a:ext cx="1736774" cy="1299653"/>
          </a:xfrm>
          <a:prstGeom prst="rect">
            <a:avLst/>
          </a:prstGeom>
        </p:spPr>
      </p:pic>
      <p:sp>
        <p:nvSpPr>
          <p:cNvPr id="30" name="Arrow: Down 29">
            <a:extLst>
              <a:ext uri="{FF2B5EF4-FFF2-40B4-BE49-F238E27FC236}">
                <a16:creationId xmlns:a16="http://schemas.microsoft.com/office/drawing/2014/main" id="{8482BA6E-1534-A46E-6B31-14458E461318}"/>
              </a:ext>
            </a:extLst>
          </p:cNvPr>
          <p:cNvSpPr/>
          <p:nvPr/>
        </p:nvSpPr>
        <p:spPr>
          <a:xfrm>
            <a:off x="2842307" y="4398951"/>
            <a:ext cx="1138738" cy="654078"/>
          </a:xfrm>
          <a:prstGeom prst="downArrow">
            <a:avLst>
              <a:gd name="adj1" fmla="val 33744"/>
              <a:gd name="adj2" fmla="val 6187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8159FC1-D87C-3201-A944-B9132F05CC85}"/>
              </a:ext>
            </a:extLst>
          </p:cNvPr>
          <p:cNvSpPr/>
          <p:nvPr/>
        </p:nvSpPr>
        <p:spPr>
          <a:xfrm>
            <a:off x="4643800" y="5442218"/>
            <a:ext cx="2960137" cy="830251"/>
          </a:xfrm>
          <a:prstGeom prst="rightArrow">
            <a:avLst>
              <a:gd name="adj1" fmla="val 35598"/>
              <a:gd name="adj2" fmla="val 58801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Drops milk</a:t>
            </a:r>
          </a:p>
        </p:txBody>
      </p:sp>
      <p:pic>
        <p:nvPicPr>
          <p:cNvPr id="32" name="Picture 31" descr="A picture containing yellow&#10;&#10;Description automatically generated">
            <a:extLst>
              <a:ext uri="{FF2B5EF4-FFF2-40B4-BE49-F238E27FC236}">
                <a16:creationId xmlns:a16="http://schemas.microsoft.com/office/drawing/2014/main" id="{A1408A73-AA53-626A-BDF2-C2F01DC5C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888" y="5164888"/>
            <a:ext cx="1299653" cy="1299653"/>
          </a:xfrm>
          <a:prstGeom prst="rect">
            <a:avLst/>
          </a:prstGeom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9FA48EC5-D67A-62CE-6259-0A14FC4F758F}"/>
              </a:ext>
            </a:extLst>
          </p:cNvPr>
          <p:cNvSpPr/>
          <p:nvPr/>
        </p:nvSpPr>
        <p:spPr>
          <a:xfrm rot="19109824">
            <a:off x="8887782" y="4727142"/>
            <a:ext cx="1787992" cy="107812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on </a:t>
            </a:r>
            <a:br>
              <a:rPr lang="en-US" dirty="0"/>
            </a:br>
            <a:r>
              <a:rPr lang="en-US" dirty="0"/>
              <a:t>milk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F2BC8095-8077-E319-DAB5-5BC6C3BB4C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5736" y="5472387"/>
            <a:ext cx="704126" cy="704126"/>
          </a:xfrm>
          <a:prstGeom prst="rect">
            <a:avLst/>
          </a:prstGeom>
        </p:spPr>
      </p:pic>
      <p:pic>
        <p:nvPicPr>
          <p:cNvPr id="36" name="Graphic 35" descr="Cursor with solid fill">
            <a:extLst>
              <a:ext uri="{FF2B5EF4-FFF2-40B4-BE49-F238E27FC236}">
                <a16:creationId xmlns:a16="http://schemas.microsoft.com/office/drawing/2014/main" id="{D36C74D7-EA69-5D8F-AF1D-C6E14607AE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0154" y="5788655"/>
            <a:ext cx="704126" cy="704126"/>
          </a:xfrm>
          <a:prstGeom prst="rect">
            <a:avLst/>
          </a:prstGeom>
        </p:spPr>
      </p:pic>
      <p:pic>
        <p:nvPicPr>
          <p:cNvPr id="37" name="Graphic 36" descr="Cursor with solid fill">
            <a:extLst>
              <a:ext uri="{FF2B5EF4-FFF2-40B4-BE49-F238E27FC236}">
                <a16:creationId xmlns:a16="http://schemas.microsoft.com/office/drawing/2014/main" id="{67377397-5955-5533-D221-24F45E74C3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9142" y="4731502"/>
            <a:ext cx="704126" cy="704126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95B6D3C2-2209-11E4-54A1-3DB5F7AC37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5" y="5699185"/>
            <a:ext cx="1158815" cy="115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3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A726F4-4F1A-0E43-5DDB-DF59D3337A0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Collecting eggs and flower</a:t>
            </a:r>
          </a:p>
        </p:txBody>
      </p:sp>
      <p:pic>
        <p:nvPicPr>
          <p:cNvPr id="59" name="Picture 58" descr="A picture containing toy&#10;&#10;Description automatically generated">
            <a:extLst>
              <a:ext uri="{FF2B5EF4-FFF2-40B4-BE49-F238E27FC236}">
                <a16:creationId xmlns:a16="http://schemas.microsoft.com/office/drawing/2014/main" id="{7227C457-22E8-C992-7ADF-D83C086C8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170" y="2984740"/>
            <a:ext cx="2719201" cy="1529550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95B6D3C2-2209-11E4-54A1-3DB5F7AC3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5" y="5699185"/>
            <a:ext cx="1158815" cy="1158815"/>
          </a:xfrm>
          <a:prstGeom prst="rect">
            <a:avLst/>
          </a:prstGeom>
        </p:spPr>
      </p:pic>
      <p:pic>
        <p:nvPicPr>
          <p:cNvPr id="5" name="Picture 4" descr="A picture containing light&#10;&#10;Description automatically generated">
            <a:extLst>
              <a:ext uri="{FF2B5EF4-FFF2-40B4-BE49-F238E27FC236}">
                <a16:creationId xmlns:a16="http://schemas.microsoft.com/office/drawing/2014/main" id="{76A748E9-8F3C-64D1-C33F-FB15325BB8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82" y="1425479"/>
            <a:ext cx="1559261" cy="1559261"/>
          </a:xfrm>
          <a:prstGeom prst="rect">
            <a:avLst/>
          </a:prstGeom>
        </p:spPr>
      </p:pic>
      <p:pic>
        <p:nvPicPr>
          <p:cNvPr id="10" name="Picture 9" descr="A white letter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B076ECC6-592E-55A7-5817-C363C4C411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040" y="4763901"/>
            <a:ext cx="1999208" cy="1999208"/>
          </a:xfrm>
          <a:prstGeom prst="rect">
            <a:avLst/>
          </a:prstGeom>
        </p:spPr>
      </p:pic>
      <p:pic>
        <p:nvPicPr>
          <p:cNvPr id="25" name="Graphic 24" descr="Cursor with solid fill">
            <a:extLst>
              <a:ext uri="{FF2B5EF4-FFF2-40B4-BE49-F238E27FC236}">
                <a16:creationId xmlns:a16="http://schemas.microsoft.com/office/drawing/2014/main" id="{D68D6AB6-9E6A-E765-5D96-AC979A71D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9553" y="5495022"/>
            <a:ext cx="789988" cy="789988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56F32BB4-0588-9479-87F5-A94FC57CE143}"/>
              </a:ext>
            </a:extLst>
          </p:cNvPr>
          <p:cNvSpPr/>
          <p:nvPr/>
        </p:nvSpPr>
        <p:spPr>
          <a:xfrm rot="20133203">
            <a:off x="7479830" y="4680839"/>
            <a:ext cx="1787992" cy="107812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on egg</a:t>
            </a:r>
          </a:p>
        </p:txBody>
      </p:sp>
      <p:pic>
        <p:nvPicPr>
          <p:cNvPr id="33" name="Picture 32" descr="A white letter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D447A3EA-0D33-FC3C-8718-6D957CBD5D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82" y="4713202"/>
            <a:ext cx="1999208" cy="1999208"/>
          </a:xfrm>
          <a:prstGeom prst="rect">
            <a:avLst/>
          </a:prstGeom>
        </p:spPr>
      </p:pic>
      <p:pic>
        <p:nvPicPr>
          <p:cNvPr id="38" name="Picture 37" descr="A picture containing toy&#10;&#10;Description automatically generated">
            <a:extLst>
              <a:ext uri="{FF2B5EF4-FFF2-40B4-BE49-F238E27FC236}">
                <a16:creationId xmlns:a16="http://schemas.microsoft.com/office/drawing/2014/main" id="{C9B8EBE7-3BE2-AD9B-B8D3-E0D010809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022" y="1220732"/>
            <a:ext cx="1823966" cy="1025981"/>
          </a:xfrm>
          <a:prstGeom prst="rect">
            <a:avLst/>
          </a:prstGeom>
        </p:spPr>
      </p:pic>
      <p:pic>
        <p:nvPicPr>
          <p:cNvPr id="39" name="Picture 38" descr="A picture containing light&#10;&#10;Description automatically generated">
            <a:extLst>
              <a:ext uri="{FF2B5EF4-FFF2-40B4-BE49-F238E27FC236}">
                <a16:creationId xmlns:a16="http://schemas.microsoft.com/office/drawing/2014/main" id="{0A8A5695-55CE-6220-FB3B-CD62528116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005" y="1500178"/>
            <a:ext cx="897322" cy="897322"/>
          </a:xfrm>
          <a:prstGeom prst="rect">
            <a:avLst/>
          </a:prstGeom>
        </p:spPr>
      </p:pic>
      <p:sp>
        <p:nvSpPr>
          <p:cNvPr id="40" name="Arrow: Right 39">
            <a:extLst>
              <a:ext uri="{FF2B5EF4-FFF2-40B4-BE49-F238E27FC236}">
                <a16:creationId xmlns:a16="http://schemas.microsoft.com/office/drawing/2014/main" id="{0F952BF5-8A32-C9CE-4E04-012F7D549246}"/>
              </a:ext>
            </a:extLst>
          </p:cNvPr>
          <p:cNvSpPr/>
          <p:nvPr/>
        </p:nvSpPr>
        <p:spPr>
          <a:xfrm>
            <a:off x="1924260" y="2097179"/>
            <a:ext cx="2514296" cy="887561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Have grain in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884CF73-0A51-FB77-1240-2834495DC3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6317" y="796624"/>
            <a:ext cx="2121667" cy="2816970"/>
          </a:xfrm>
          <a:prstGeom prst="rect">
            <a:avLst/>
          </a:prstGeom>
        </p:spPr>
      </p:pic>
      <p:sp>
        <p:nvSpPr>
          <p:cNvPr id="43" name="Arrow: Right 42">
            <a:extLst>
              <a:ext uri="{FF2B5EF4-FFF2-40B4-BE49-F238E27FC236}">
                <a16:creationId xmlns:a16="http://schemas.microsoft.com/office/drawing/2014/main" id="{11A47190-729D-5173-D8F2-D8C7B3148A15}"/>
              </a:ext>
            </a:extLst>
          </p:cNvPr>
          <p:cNvSpPr/>
          <p:nvPr/>
        </p:nvSpPr>
        <p:spPr>
          <a:xfrm rot="20015164">
            <a:off x="6526328" y="2381559"/>
            <a:ext cx="1836608" cy="749271"/>
          </a:xfrm>
          <a:prstGeom prst="rightArrow">
            <a:avLst>
              <a:gd name="adj1" fmla="val 60536"/>
              <a:gd name="adj2" fmla="val 50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Spawns flower</a:t>
            </a:r>
          </a:p>
        </p:txBody>
      </p:sp>
      <p:pic>
        <p:nvPicPr>
          <p:cNvPr id="44" name="Picture 43" descr="A picture containing light&#10;&#10;Description automatically generated">
            <a:extLst>
              <a:ext uri="{FF2B5EF4-FFF2-40B4-BE49-F238E27FC236}">
                <a16:creationId xmlns:a16="http://schemas.microsoft.com/office/drawing/2014/main" id="{84860609-A298-E69D-C903-42A745EE6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097" y="1178480"/>
            <a:ext cx="1559261" cy="1559261"/>
          </a:xfrm>
          <a:prstGeom prst="rect">
            <a:avLst/>
          </a:prstGeom>
        </p:spPr>
      </p:pic>
      <p:sp>
        <p:nvSpPr>
          <p:cNvPr id="45" name="Arrow: Right 44">
            <a:extLst>
              <a:ext uri="{FF2B5EF4-FFF2-40B4-BE49-F238E27FC236}">
                <a16:creationId xmlns:a16="http://schemas.microsoft.com/office/drawing/2014/main" id="{104A2BE1-4377-9F5D-6BC7-CA4206DD0B9F}"/>
              </a:ext>
            </a:extLst>
          </p:cNvPr>
          <p:cNvSpPr/>
          <p:nvPr/>
        </p:nvSpPr>
        <p:spPr>
          <a:xfrm rot="1319558">
            <a:off x="8992390" y="2008640"/>
            <a:ext cx="1946117" cy="747040"/>
          </a:xfrm>
          <a:prstGeom prst="rightArrow">
            <a:avLst>
              <a:gd name="adj1" fmla="val 52765"/>
              <a:gd name="adj2" fmla="val 55176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on flower</a:t>
            </a:r>
          </a:p>
        </p:txBody>
      </p:sp>
      <p:pic>
        <p:nvPicPr>
          <p:cNvPr id="46" name="Graphic 45" descr="Cursor with solid fill">
            <a:extLst>
              <a:ext uri="{FF2B5EF4-FFF2-40B4-BE49-F238E27FC236}">
                <a16:creationId xmlns:a16="http://schemas.microsoft.com/office/drawing/2014/main" id="{24F4D718-0357-BC0F-640B-3EAD2D35C2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2325" y="1958110"/>
            <a:ext cx="789988" cy="78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74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A726F4-4F1A-0E43-5DDB-DF59D3337A0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Making bread, pizza or pancakes</a:t>
            </a:r>
          </a:p>
        </p:txBody>
      </p:sp>
      <p:pic>
        <p:nvPicPr>
          <p:cNvPr id="59" name="Picture 58" descr="A picture containing toy&#10;&#10;Description automatically generated">
            <a:extLst>
              <a:ext uri="{FF2B5EF4-FFF2-40B4-BE49-F238E27FC236}">
                <a16:creationId xmlns:a16="http://schemas.microsoft.com/office/drawing/2014/main" id="{7227C457-22E8-C992-7ADF-D83C086C8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170" y="2984740"/>
            <a:ext cx="2719201" cy="1529550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95B6D3C2-2209-11E4-54A1-3DB5F7AC3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5" y="5699185"/>
            <a:ext cx="1158815" cy="11588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F3D753-1D10-0877-604F-1C31BC9F9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054" y="2107098"/>
            <a:ext cx="2337572" cy="273010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ED418043-F533-AA21-C31D-C58E4671A37B}"/>
              </a:ext>
            </a:extLst>
          </p:cNvPr>
          <p:cNvSpPr/>
          <p:nvPr/>
        </p:nvSpPr>
        <p:spPr>
          <a:xfrm>
            <a:off x="7263442" y="3536830"/>
            <a:ext cx="2803584" cy="113601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Bakery makes</a:t>
            </a:r>
          </a:p>
          <a:p>
            <a:pPr algn="ctr"/>
            <a:r>
              <a:rPr lang="en-US" dirty="0"/>
              <a:t>Bread, pizza or pancakes</a:t>
            </a:r>
          </a:p>
        </p:txBody>
      </p:sp>
      <p:pic>
        <p:nvPicPr>
          <p:cNvPr id="8" name="Picture 7" descr="A picture containing pool ball, gambling house, room, dark&#10;&#10;Description automatically generated">
            <a:extLst>
              <a:ext uri="{FF2B5EF4-FFF2-40B4-BE49-F238E27FC236}">
                <a16:creationId xmlns:a16="http://schemas.microsoft.com/office/drawing/2014/main" id="{EF372B1B-0308-2F75-A9D9-D9DB95C5EE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40" y="2212204"/>
            <a:ext cx="1981127" cy="198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4F5DB8-E8EA-E683-A0EA-05886AF963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5" y="314712"/>
            <a:ext cx="2349958" cy="2349958"/>
          </a:xfrm>
          <a:prstGeom prst="rect">
            <a:avLst/>
          </a:prstGeom>
        </p:spPr>
      </p:pic>
      <p:pic>
        <p:nvPicPr>
          <p:cNvPr id="14" name="Picture 13" descr="A stack of books&#10;&#10;Description automatically generated with medium confidence">
            <a:extLst>
              <a:ext uri="{FF2B5EF4-FFF2-40B4-BE49-F238E27FC236}">
                <a16:creationId xmlns:a16="http://schemas.microsoft.com/office/drawing/2014/main" id="{5C87BB0F-07C5-F933-74F5-84911194E1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57" y="4193331"/>
            <a:ext cx="2084892" cy="2084892"/>
          </a:xfrm>
          <a:prstGeom prst="rect">
            <a:avLst/>
          </a:prstGeom>
        </p:spPr>
      </p:pic>
      <p:pic>
        <p:nvPicPr>
          <p:cNvPr id="15" name="Picture 14" descr="A picture containing toy&#10;&#10;Description automatically generated">
            <a:extLst>
              <a:ext uri="{FF2B5EF4-FFF2-40B4-BE49-F238E27FC236}">
                <a16:creationId xmlns:a16="http://schemas.microsoft.com/office/drawing/2014/main" id="{DDD14D9C-17C3-7625-5987-7D59A8BF8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635" y="2578756"/>
            <a:ext cx="1703241" cy="958073"/>
          </a:xfrm>
          <a:prstGeom prst="rect">
            <a:avLst/>
          </a:prstGeom>
        </p:spPr>
      </p:pic>
      <p:pic>
        <p:nvPicPr>
          <p:cNvPr id="17" name="Picture 16" descr="A picture containing umbrella, accessory&#10;&#10;Description automatically generated">
            <a:extLst>
              <a:ext uri="{FF2B5EF4-FFF2-40B4-BE49-F238E27FC236}">
                <a16:creationId xmlns:a16="http://schemas.microsoft.com/office/drawing/2014/main" id="{D031EAE9-5171-5A7C-1691-F0E2BBB026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301" y="2940914"/>
            <a:ext cx="584775" cy="584775"/>
          </a:xfrm>
          <a:prstGeom prst="rect">
            <a:avLst/>
          </a:prstGeom>
        </p:spPr>
      </p:pic>
      <p:pic>
        <p:nvPicPr>
          <p:cNvPr id="18" name="Picture 17" descr="A picture containing toy&#10;&#10;Description automatically generated">
            <a:extLst>
              <a:ext uri="{FF2B5EF4-FFF2-40B4-BE49-F238E27FC236}">
                <a16:creationId xmlns:a16="http://schemas.microsoft.com/office/drawing/2014/main" id="{2F951A08-82AA-909E-3614-9C05DB686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635" y="3556217"/>
            <a:ext cx="1703241" cy="958073"/>
          </a:xfrm>
          <a:prstGeom prst="rect">
            <a:avLst/>
          </a:prstGeom>
        </p:spPr>
      </p:pic>
      <p:pic>
        <p:nvPicPr>
          <p:cNvPr id="20" name="Picture 19" descr="A picture containing light&#10;&#10;Description automatically generated">
            <a:extLst>
              <a:ext uri="{FF2B5EF4-FFF2-40B4-BE49-F238E27FC236}">
                <a16:creationId xmlns:a16="http://schemas.microsoft.com/office/drawing/2014/main" id="{22BF553D-245D-BC9B-6707-DD97A78898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989" y="3680317"/>
            <a:ext cx="1156888" cy="1156888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E3456EDC-9697-DDA1-CFC6-F76EB56FECB2}"/>
              </a:ext>
            </a:extLst>
          </p:cNvPr>
          <p:cNvSpPr/>
          <p:nvPr/>
        </p:nvSpPr>
        <p:spPr>
          <a:xfrm>
            <a:off x="3529343" y="3556217"/>
            <a:ext cx="2388016" cy="113601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Tomatoes and flower</a:t>
            </a:r>
          </a:p>
        </p:txBody>
      </p:sp>
      <p:pic>
        <p:nvPicPr>
          <p:cNvPr id="22" name="Picture 21" descr="A picture containing toy&#10;&#10;Description automatically generated">
            <a:extLst>
              <a:ext uri="{FF2B5EF4-FFF2-40B4-BE49-F238E27FC236}">
                <a16:creationId xmlns:a16="http://schemas.microsoft.com/office/drawing/2014/main" id="{8FDEEF21-5766-14A6-EBA9-5BF60613A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260" y="4874741"/>
            <a:ext cx="1703241" cy="958073"/>
          </a:xfrm>
          <a:prstGeom prst="rect">
            <a:avLst/>
          </a:prstGeom>
        </p:spPr>
      </p:pic>
      <p:pic>
        <p:nvPicPr>
          <p:cNvPr id="23" name="Picture 22" descr="A picture containing light&#10;&#10;Description automatically generated">
            <a:extLst>
              <a:ext uri="{FF2B5EF4-FFF2-40B4-BE49-F238E27FC236}">
                <a16:creationId xmlns:a16="http://schemas.microsoft.com/office/drawing/2014/main" id="{69242735-5BD2-4BD6-9066-1F0D1FC3C0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614" y="4998841"/>
            <a:ext cx="1156888" cy="1156888"/>
          </a:xfrm>
          <a:prstGeom prst="rect">
            <a:avLst/>
          </a:prstGeom>
        </p:spPr>
      </p:pic>
      <p:pic>
        <p:nvPicPr>
          <p:cNvPr id="24" name="Picture 23" descr="A picture containing toy&#10;&#10;Description automatically generated">
            <a:extLst>
              <a:ext uri="{FF2B5EF4-FFF2-40B4-BE49-F238E27FC236}">
                <a16:creationId xmlns:a16="http://schemas.microsoft.com/office/drawing/2014/main" id="{FCAD6655-ECB7-126E-4C33-C685ADC5E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620" y="5807287"/>
            <a:ext cx="1703241" cy="958073"/>
          </a:xfrm>
          <a:prstGeom prst="rect">
            <a:avLst/>
          </a:prstGeom>
        </p:spPr>
      </p:pic>
      <p:pic>
        <p:nvPicPr>
          <p:cNvPr id="27" name="Picture 26" descr="A picture containing toy&#10;&#10;Description automatically generated">
            <a:extLst>
              <a:ext uri="{FF2B5EF4-FFF2-40B4-BE49-F238E27FC236}">
                <a16:creationId xmlns:a16="http://schemas.microsoft.com/office/drawing/2014/main" id="{28C2CF6A-4C3B-018A-A1E0-6298D75C5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662" y="5787900"/>
            <a:ext cx="1703241" cy="958073"/>
          </a:xfrm>
          <a:prstGeom prst="rect">
            <a:avLst/>
          </a:prstGeom>
        </p:spPr>
      </p:pic>
      <p:pic>
        <p:nvPicPr>
          <p:cNvPr id="31" name="Picture 30" descr="A white letter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08B273DA-8E8E-BC16-8DDE-FE2693233F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72" y="5881121"/>
            <a:ext cx="1156889" cy="1156889"/>
          </a:xfrm>
          <a:prstGeom prst="rect">
            <a:avLst/>
          </a:prstGeom>
        </p:spPr>
      </p:pic>
      <p:pic>
        <p:nvPicPr>
          <p:cNvPr id="34" name="Picture 33" descr="A picture containing yellow&#10;&#10;Description automatically generated">
            <a:extLst>
              <a:ext uri="{FF2B5EF4-FFF2-40B4-BE49-F238E27FC236}">
                <a16:creationId xmlns:a16="http://schemas.microsoft.com/office/drawing/2014/main" id="{DA980B16-8677-04A4-7D5D-BBC8E8F10F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313" y="6017369"/>
            <a:ext cx="816473" cy="816473"/>
          </a:xfrm>
          <a:prstGeom prst="rect">
            <a:avLst/>
          </a:prstGeom>
        </p:spPr>
      </p:pic>
      <p:sp>
        <p:nvSpPr>
          <p:cNvPr id="35" name="Arrow: Up 34">
            <a:extLst>
              <a:ext uri="{FF2B5EF4-FFF2-40B4-BE49-F238E27FC236}">
                <a16:creationId xmlns:a16="http://schemas.microsoft.com/office/drawing/2014/main" id="{15956298-A9C9-8929-1952-E0F1F00B2E8D}"/>
              </a:ext>
            </a:extLst>
          </p:cNvPr>
          <p:cNvSpPr/>
          <p:nvPr/>
        </p:nvSpPr>
        <p:spPr>
          <a:xfrm rot="239678">
            <a:off x="5178101" y="4777515"/>
            <a:ext cx="2501660" cy="919740"/>
          </a:xfrm>
          <a:prstGeom prst="upArrow">
            <a:avLst>
              <a:gd name="adj1" fmla="val 62221"/>
              <a:gd name="adj2" fmla="val 50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Flower, eggs and milk</a:t>
            </a:r>
          </a:p>
        </p:txBody>
      </p:sp>
      <p:pic>
        <p:nvPicPr>
          <p:cNvPr id="37" name="Picture 36" descr="A picture containing toy&#10;&#10;Description automatically generated">
            <a:extLst>
              <a:ext uri="{FF2B5EF4-FFF2-40B4-BE49-F238E27FC236}">
                <a16:creationId xmlns:a16="http://schemas.microsoft.com/office/drawing/2014/main" id="{BEA9BBB8-FFEA-EFEF-6AFD-0ECA81E8C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791" y="1077208"/>
            <a:ext cx="1703241" cy="958073"/>
          </a:xfrm>
          <a:prstGeom prst="rect">
            <a:avLst/>
          </a:prstGeom>
        </p:spPr>
      </p:pic>
      <p:pic>
        <p:nvPicPr>
          <p:cNvPr id="41" name="Picture 40" descr="A picture containing light&#10;&#10;Description automatically generated">
            <a:extLst>
              <a:ext uri="{FF2B5EF4-FFF2-40B4-BE49-F238E27FC236}">
                <a16:creationId xmlns:a16="http://schemas.microsoft.com/office/drawing/2014/main" id="{E205D2B8-22EB-D2D1-4CE7-654133A7B6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145" y="1201308"/>
            <a:ext cx="1156888" cy="1156888"/>
          </a:xfrm>
          <a:prstGeom prst="rect">
            <a:avLst/>
          </a:prstGeom>
        </p:spPr>
      </p:pic>
      <p:sp>
        <p:nvSpPr>
          <p:cNvPr id="47" name="Arrow: Down 46">
            <a:extLst>
              <a:ext uri="{FF2B5EF4-FFF2-40B4-BE49-F238E27FC236}">
                <a16:creationId xmlns:a16="http://schemas.microsoft.com/office/drawing/2014/main" id="{4F1665DC-2339-4FC9-B424-A914CD2158F5}"/>
              </a:ext>
            </a:extLst>
          </p:cNvPr>
          <p:cNvSpPr/>
          <p:nvPr/>
        </p:nvSpPr>
        <p:spPr>
          <a:xfrm rot="20708500">
            <a:off x="5146944" y="2393603"/>
            <a:ext cx="1898114" cy="973086"/>
          </a:xfrm>
          <a:prstGeom prst="downArrow">
            <a:avLst>
              <a:gd name="adj1" fmla="val 69997"/>
              <a:gd name="adj2" fmla="val 500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Water and flower</a:t>
            </a:r>
          </a:p>
        </p:txBody>
      </p:sp>
      <p:pic>
        <p:nvPicPr>
          <p:cNvPr id="48" name="Picture 47" descr="A picture containing toy&#10;&#10;Description automatically generated">
            <a:extLst>
              <a:ext uri="{FF2B5EF4-FFF2-40B4-BE49-F238E27FC236}">
                <a16:creationId xmlns:a16="http://schemas.microsoft.com/office/drawing/2014/main" id="{7653418C-4D7F-DE3C-45FD-6F1B449E1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604" y="1131904"/>
            <a:ext cx="1703241" cy="958073"/>
          </a:xfrm>
          <a:prstGeom prst="rect">
            <a:avLst/>
          </a:prstGeom>
        </p:spPr>
      </p:pic>
      <p:pic>
        <p:nvPicPr>
          <p:cNvPr id="50" name="Picture 49" descr="A picture containing yellow&#10;&#10;Description automatically generated">
            <a:extLst>
              <a:ext uri="{FF2B5EF4-FFF2-40B4-BE49-F238E27FC236}">
                <a16:creationId xmlns:a16="http://schemas.microsoft.com/office/drawing/2014/main" id="{B8BF6EFD-6E57-E5A4-B59E-7B6FD4BB0D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969" y="1506979"/>
            <a:ext cx="752346" cy="75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5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256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How?</vt:lpstr>
      <vt:lpstr>Controls</vt:lpstr>
      <vt:lpstr>The UI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Douwe Ravers</dc:creator>
  <cp:lastModifiedBy>Douwe Ravers</cp:lastModifiedBy>
  <cp:revision>1</cp:revision>
  <dcterms:created xsi:type="dcterms:W3CDTF">2023-04-30T17:27:52Z</dcterms:created>
  <dcterms:modified xsi:type="dcterms:W3CDTF">2023-05-01T02:35:24Z</dcterms:modified>
</cp:coreProperties>
</file>